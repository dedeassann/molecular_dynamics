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0"/>
  </p:notesMasterIdLst>
  <p:handoutMasterIdLst>
    <p:handoutMasterId r:id="rId31"/>
  </p:handoutMasterIdLst>
  <p:sldIdLst>
    <p:sldId id="256" r:id="rId2"/>
    <p:sldId id="272" r:id="rId3"/>
    <p:sldId id="260" r:id="rId4"/>
    <p:sldId id="261" r:id="rId5"/>
    <p:sldId id="257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6" r:id="rId24"/>
    <p:sldId id="284" r:id="rId25"/>
    <p:sldId id="285" r:id="rId26"/>
    <p:sldId id="259" r:id="rId27"/>
    <p:sldId id="268" r:id="rId28"/>
    <p:sldId id="269" r:id="rId29"/>
  </p:sldIdLst>
  <p:sldSz cx="9144000" cy="6858000" type="screen4x3"/>
  <p:notesSz cx="6781800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1824F96-D78B-4CF2-82D3-2F229DDC4B1C}">
          <p14:sldIdLst>
            <p14:sldId id="256"/>
            <p14:sldId id="272"/>
            <p14:sldId id="260"/>
            <p14:sldId id="261"/>
            <p14:sldId id="257"/>
            <p14:sldId id="262"/>
            <p14:sldId id="263"/>
            <p14:sldId id="264"/>
          </p14:sldIdLst>
        </p14:section>
        <p14:section name="Untitled Section" id="{4CDF61C6-1D8A-43D2-A557-EC4B71EC23AF}">
          <p14:sldIdLst>
            <p14:sldId id="265"/>
            <p14:sldId id="266"/>
            <p14:sldId id="267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6"/>
            <p14:sldId id="284"/>
            <p14:sldId id="285"/>
            <p14:sldId id="259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84C3EC"/>
    <a:srgbClr val="81C4EE"/>
    <a:srgbClr val="83C4EC"/>
    <a:srgbClr val="5D8BB4"/>
    <a:srgbClr val="6798BF"/>
    <a:srgbClr val="3F6388"/>
    <a:srgbClr val="82C3EB"/>
    <a:srgbClr val="82C2EA"/>
    <a:srgbClr val="56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2" autoAdjust="0"/>
    <p:restoredTop sz="94027" autoAdjust="0"/>
  </p:normalViewPr>
  <p:slideViewPr>
    <p:cSldViewPr>
      <p:cViewPr varScale="1">
        <p:scale>
          <a:sx n="59" d="100"/>
          <a:sy n="59" d="100"/>
        </p:scale>
        <p:origin x="1740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Relationship Id="rId4" Type="http://schemas.openxmlformats.org/officeDocument/2006/relationships/image" Target="../media/image11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jpeg"/><Relationship Id="rId1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B8BF04-2946-40AE-80C6-8946C0BFCCCC}" type="doc">
      <dgm:prSet loTypeId="urn:microsoft.com/office/officeart/2008/layout/BubblePictureList" loCatId="pictur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90A469C-7DA8-48E2-9344-8142B8F05FE5}">
      <dgm:prSet phldrT="[Text]"/>
      <dgm:spPr/>
      <dgm:t>
        <a:bodyPr/>
        <a:lstStyle/>
        <a:p>
          <a:r>
            <a:rPr lang="en-US" dirty="0"/>
            <a:t>Plasma</a:t>
          </a:r>
          <a:endParaRPr lang="fr-FR" dirty="0"/>
        </a:p>
      </dgm:t>
    </dgm:pt>
    <dgm:pt modelId="{0CB11EFC-9439-4498-B1F5-376ACC8CB5C6}" type="parTrans" cxnId="{FA72E5A2-806D-428E-BA37-9BB503EECF39}">
      <dgm:prSet/>
      <dgm:spPr/>
      <dgm:t>
        <a:bodyPr/>
        <a:lstStyle/>
        <a:p>
          <a:endParaRPr lang="fr-FR"/>
        </a:p>
      </dgm:t>
    </dgm:pt>
    <dgm:pt modelId="{F878DE0B-E6C2-482D-A4EB-85DA0B179B38}" type="sibTrans" cxnId="{FA72E5A2-806D-428E-BA37-9BB503EECF39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624C2063-5251-4FA9-A83A-63062AED20C9}">
      <dgm:prSet phldrT="[Text]"/>
      <dgm:spPr/>
      <dgm:t>
        <a:bodyPr/>
        <a:lstStyle/>
        <a:p>
          <a:r>
            <a:rPr lang="en-US" dirty="0" err="1"/>
            <a:t>Métallurgie</a:t>
          </a:r>
          <a:r>
            <a:rPr lang="en-US" dirty="0"/>
            <a:t> </a:t>
          </a:r>
          <a:endParaRPr lang="fr-FR" dirty="0"/>
        </a:p>
      </dgm:t>
    </dgm:pt>
    <dgm:pt modelId="{DF9F975F-6005-4D12-A509-B612EE8AB96D}" type="parTrans" cxnId="{7000D9CC-B001-4E94-98A9-4A1968A47A83}">
      <dgm:prSet/>
      <dgm:spPr/>
      <dgm:t>
        <a:bodyPr/>
        <a:lstStyle/>
        <a:p>
          <a:endParaRPr lang="fr-FR"/>
        </a:p>
      </dgm:t>
    </dgm:pt>
    <dgm:pt modelId="{94F7EE58-0222-4688-B7C3-5AE00B80F86A}" type="sibTrans" cxnId="{7000D9CC-B001-4E94-98A9-4A1968A47A83}">
      <dgm:prSet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  <dgm:t>
        <a:bodyPr/>
        <a:lstStyle/>
        <a:p>
          <a:endParaRPr lang="fr-FR"/>
        </a:p>
      </dgm:t>
    </dgm:pt>
    <dgm:pt modelId="{FC8F31AA-908B-46F3-9BA1-BEBFBD79CC35}">
      <dgm:prSet phldrT="[Text]"/>
      <dgm:spPr/>
      <dgm:t>
        <a:bodyPr/>
        <a:lstStyle/>
        <a:p>
          <a:r>
            <a:rPr lang="en-US" dirty="0" err="1"/>
            <a:t>Nuage</a:t>
          </a:r>
          <a:r>
            <a:rPr lang="en-US" dirty="0"/>
            <a:t> </a:t>
          </a:r>
          <a:r>
            <a:rPr lang="en-US" dirty="0" err="1"/>
            <a:t>stellaire</a:t>
          </a:r>
          <a:endParaRPr lang="fr-FR" dirty="0"/>
        </a:p>
      </dgm:t>
    </dgm:pt>
    <dgm:pt modelId="{76D5DED0-33CC-434D-B22A-46EBE9EA06B3}" type="parTrans" cxnId="{5731327D-62E4-4F21-B02C-C9344599AB77}">
      <dgm:prSet/>
      <dgm:spPr/>
      <dgm:t>
        <a:bodyPr/>
        <a:lstStyle/>
        <a:p>
          <a:endParaRPr lang="fr-FR"/>
        </a:p>
      </dgm:t>
    </dgm:pt>
    <dgm:pt modelId="{1AA17291-E4F3-4FFB-9704-6A83CD6FC99D}" type="sibTrans" cxnId="{5731327D-62E4-4F21-B02C-C9344599AB77}">
      <dgm:prSet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</dgm:spPr>
      <dgm:t>
        <a:bodyPr/>
        <a:lstStyle/>
        <a:p>
          <a:endParaRPr lang="fr-FR"/>
        </a:p>
      </dgm:t>
    </dgm:pt>
    <dgm:pt modelId="{56DB83BD-897D-4F85-AE94-938B06DD5F96}">
      <dgm:prSet phldrT="[Text]"/>
      <dgm:spPr/>
      <dgm:t>
        <a:bodyPr/>
        <a:lstStyle/>
        <a:p>
          <a:r>
            <a:rPr lang="en-US" dirty="0" err="1"/>
            <a:t>Foudre</a:t>
          </a:r>
          <a:endParaRPr lang="fr-FR" dirty="0"/>
        </a:p>
      </dgm:t>
    </dgm:pt>
    <dgm:pt modelId="{26F18EB2-E2B9-4649-8B75-5781825DA5F6}" type="parTrans" cxnId="{9C6ABE0B-4AF0-4FE5-91A9-1391CFC416AD}">
      <dgm:prSet/>
      <dgm:spPr/>
      <dgm:t>
        <a:bodyPr/>
        <a:lstStyle/>
        <a:p>
          <a:endParaRPr lang="fr-FR"/>
        </a:p>
      </dgm:t>
    </dgm:pt>
    <dgm:pt modelId="{ACB52A50-A5C8-4B69-986A-92698A290A66}" type="sibTrans" cxnId="{9C6ABE0B-4AF0-4FE5-91A9-1391CFC416AD}">
      <dgm:prSet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fr-FR"/>
        </a:p>
      </dgm:t>
    </dgm:pt>
    <dgm:pt modelId="{93475550-E94B-4173-87FA-A705708CD753}" type="pres">
      <dgm:prSet presAssocID="{2BB8BF04-2946-40AE-80C6-8946C0BFCCCC}" presName="Name0" presStyleCnt="0">
        <dgm:presLayoutVars>
          <dgm:chMax val="8"/>
          <dgm:chPref val="8"/>
          <dgm:dir/>
        </dgm:presLayoutVars>
      </dgm:prSet>
      <dgm:spPr/>
    </dgm:pt>
    <dgm:pt modelId="{C2F4A1F2-8FB8-4DE3-A3DA-C047C680DA2C}" type="pres">
      <dgm:prSet presAssocID="{790A469C-7DA8-48E2-9344-8142B8F05FE5}" presName="parent_text_1" presStyleLbl="revTx" presStyleIdx="0" presStyleCnt="4" custScaleX="57424" custScaleY="79642" custLinFactNeighborX="16144" custLinFactNeighborY="56342">
        <dgm:presLayoutVars>
          <dgm:chMax val="0"/>
          <dgm:chPref val="0"/>
          <dgm:bulletEnabled val="1"/>
        </dgm:presLayoutVars>
      </dgm:prSet>
      <dgm:spPr/>
    </dgm:pt>
    <dgm:pt modelId="{592B33D6-D495-44FE-91AD-DFA426DC948D}" type="pres">
      <dgm:prSet presAssocID="{790A469C-7DA8-48E2-9344-8142B8F05FE5}" presName="image_accent_1" presStyleCnt="0"/>
      <dgm:spPr/>
    </dgm:pt>
    <dgm:pt modelId="{CE002DDB-1753-4321-AA00-E5BD5E8C7AD0}" type="pres">
      <dgm:prSet presAssocID="{790A469C-7DA8-48E2-9344-8142B8F05FE5}" presName="imageAccentRepeatNode" presStyleLbl="alignNode1" presStyleIdx="0" presStyleCnt="8" custScaleX="132321" custScaleY="132285" custLinFactNeighborX="-44805" custLinFactNeighborY="49185"/>
      <dgm:spPr/>
    </dgm:pt>
    <dgm:pt modelId="{A49508AC-9450-4383-BDFC-541B549E50C3}" type="pres">
      <dgm:prSet presAssocID="{790A469C-7DA8-48E2-9344-8142B8F05FE5}" presName="accent_1" presStyleLbl="alignNode1" presStyleIdx="1" presStyleCnt="8" custLinFactX="-100000" custLinFactNeighborX="-172403" custLinFactNeighborY="-18505"/>
      <dgm:spPr/>
    </dgm:pt>
    <dgm:pt modelId="{7466C5CA-1336-49AA-BC10-F3485C1D180E}" type="pres">
      <dgm:prSet presAssocID="{F878DE0B-E6C2-482D-A4EB-85DA0B179B38}" presName="image_1" presStyleCnt="0"/>
      <dgm:spPr/>
    </dgm:pt>
    <dgm:pt modelId="{4236E975-5146-436D-B331-FF8E21F84CDB}" type="pres">
      <dgm:prSet presAssocID="{F878DE0B-E6C2-482D-A4EB-85DA0B179B38}" presName="imageRepeatNode" presStyleLbl="fgImgPlace1" presStyleIdx="0" presStyleCnt="4" custScaleX="148679" custScaleY="148730" custLinFactNeighborX="-51575" custLinFactNeighborY="46612"/>
      <dgm:spPr/>
    </dgm:pt>
    <dgm:pt modelId="{D6369042-0B3E-44AF-B1EE-C1520FECFD1E}" type="pres">
      <dgm:prSet presAssocID="{56DB83BD-897D-4F85-AE94-938B06DD5F96}" presName="parent_text_2" presStyleLbl="revTx" presStyleIdx="1" presStyleCnt="4" custScaleX="56571" custLinFactNeighborX="-1581" custLinFactNeighborY="15196">
        <dgm:presLayoutVars>
          <dgm:chMax val="0"/>
          <dgm:chPref val="0"/>
          <dgm:bulletEnabled val="1"/>
        </dgm:presLayoutVars>
      </dgm:prSet>
      <dgm:spPr/>
    </dgm:pt>
    <dgm:pt modelId="{ABC176B1-8331-446A-A12C-4F0F2C16097A}" type="pres">
      <dgm:prSet presAssocID="{56DB83BD-897D-4F85-AE94-938B06DD5F96}" presName="image_accent_2" presStyleCnt="0"/>
      <dgm:spPr/>
    </dgm:pt>
    <dgm:pt modelId="{E161B3D2-EE27-48B1-8923-DD9416F346CB}" type="pres">
      <dgm:prSet presAssocID="{56DB83BD-897D-4F85-AE94-938B06DD5F96}" presName="imageAccentRepeatNode" presStyleLbl="alignNode1" presStyleIdx="2" presStyleCnt="8" custScaleX="135947" custScaleY="136013" custLinFactX="100000" custLinFactY="38274" custLinFactNeighborX="100570" custLinFactNeighborY="100000"/>
      <dgm:spPr/>
    </dgm:pt>
    <dgm:pt modelId="{E32D3828-78F9-4389-845E-64C405859C59}" type="pres">
      <dgm:prSet presAssocID="{ACB52A50-A5C8-4B69-986A-92698A290A66}" presName="image_2" presStyleCnt="0"/>
      <dgm:spPr/>
    </dgm:pt>
    <dgm:pt modelId="{A56696E3-9DFB-49B6-B410-4C0FD8FEB40B}" type="pres">
      <dgm:prSet presAssocID="{ACB52A50-A5C8-4B69-986A-92698A290A66}" presName="imageRepeatNode" presStyleLbl="fgImgPlace1" presStyleIdx="1" presStyleCnt="4" custScaleX="175791" custScaleY="175771" custLinFactX="100000" custLinFactY="52628" custLinFactNeighborX="134195" custLinFactNeighborY="100000"/>
      <dgm:spPr/>
    </dgm:pt>
    <dgm:pt modelId="{B77B293D-E981-4FCA-9FAD-864881841CBB}" type="pres">
      <dgm:prSet presAssocID="{624C2063-5251-4FA9-A83A-63062AED20C9}" presName="image_accent_3" presStyleCnt="0"/>
      <dgm:spPr/>
    </dgm:pt>
    <dgm:pt modelId="{7BFB1925-C1E2-4C13-B5CE-A8038DF72A12}" type="pres">
      <dgm:prSet presAssocID="{624C2063-5251-4FA9-A83A-63062AED20C9}" presName="imageAccentRepeatNode" presStyleLbl="alignNode1" presStyleIdx="3" presStyleCnt="8" custScaleX="130256" custScaleY="130240" custLinFactNeighborX="9270" custLinFactNeighborY="-8118"/>
      <dgm:spPr/>
    </dgm:pt>
    <dgm:pt modelId="{DD008FBB-3E68-4A19-A5AA-0A30E2CF213E}" type="pres">
      <dgm:prSet presAssocID="{624C2063-5251-4FA9-A83A-63062AED20C9}" presName="parent_text_3" presStyleLbl="revTx" presStyleIdx="2" presStyleCnt="4" custScaleX="89758" custLinFactNeighborX="12487" custLinFactNeighborY="-33698">
        <dgm:presLayoutVars>
          <dgm:chMax val="0"/>
          <dgm:chPref val="0"/>
          <dgm:bulletEnabled val="1"/>
        </dgm:presLayoutVars>
      </dgm:prSet>
      <dgm:spPr/>
    </dgm:pt>
    <dgm:pt modelId="{E718610E-7BA7-4BE5-BB26-D23F7CF1B751}" type="pres">
      <dgm:prSet presAssocID="{624C2063-5251-4FA9-A83A-63062AED20C9}" presName="accent_2" presStyleLbl="alignNode1" presStyleIdx="4" presStyleCnt="8" custLinFactY="-35671" custLinFactNeighborX="1636" custLinFactNeighborY="-100000"/>
      <dgm:spPr/>
    </dgm:pt>
    <dgm:pt modelId="{722FE8DD-10A8-43D3-A163-2331F8BA596F}" type="pres">
      <dgm:prSet presAssocID="{624C2063-5251-4FA9-A83A-63062AED20C9}" presName="accent_3" presStyleLbl="alignNode1" presStyleIdx="5" presStyleCnt="8" custLinFactNeighborX="-2178" custLinFactNeighborY="-3006"/>
      <dgm:spPr/>
    </dgm:pt>
    <dgm:pt modelId="{C303CE37-0834-47A4-BBE5-F5CDCFCFEB4B}" type="pres">
      <dgm:prSet presAssocID="{94F7EE58-0222-4688-B7C3-5AE00B80F86A}" presName="image_3" presStyleCnt="0"/>
      <dgm:spPr/>
    </dgm:pt>
    <dgm:pt modelId="{1576F06F-E4BC-4C80-B4A0-C1146ECD42AB}" type="pres">
      <dgm:prSet presAssocID="{94F7EE58-0222-4688-B7C3-5AE00B80F86A}" presName="imageRepeatNode" presStyleLbl="fgImgPlace1" presStyleIdx="2" presStyleCnt="4" custScaleX="197566" custScaleY="197596" custLinFactNeighborX="8429" custLinFactNeighborY="-6108"/>
      <dgm:spPr/>
    </dgm:pt>
    <dgm:pt modelId="{53C46379-8A3E-449F-9366-AD1CC587D7E7}" type="pres">
      <dgm:prSet presAssocID="{FC8F31AA-908B-46F3-9BA1-BEBFBD79CC35}" presName="image_accent_4" presStyleCnt="0"/>
      <dgm:spPr/>
    </dgm:pt>
    <dgm:pt modelId="{B0EA7C46-FABA-4A54-A083-2859F910661C}" type="pres">
      <dgm:prSet presAssocID="{FC8F31AA-908B-46F3-9BA1-BEBFBD79CC35}" presName="imageAccentRepeatNode" presStyleLbl="alignNode1" presStyleIdx="6" presStyleCnt="8" custScaleX="145972" custScaleY="145962" custLinFactX="-100000" custLinFactNeighborX="-134840" custLinFactNeighborY="-89598"/>
      <dgm:spPr/>
    </dgm:pt>
    <dgm:pt modelId="{54233669-0197-472E-9FAD-008B829CF535}" type="pres">
      <dgm:prSet presAssocID="{FC8F31AA-908B-46F3-9BA1-BEBFBD79CC35}" presName="parent_text_4" presStyleLbl="revTx" presStyleIdx="3" presStyleCnt="4" custLinFactNeighborX="-60909" custLinFactNeighborY="-63211">
        <dgm:presLayoutVars>
          <dgm:chMax val="0"/>
          <dgm:chPref val="0"/>
          <dgm:bulletEnabled val="1"/>
        </dgm:presLayoutVars>
      </dgm:prSet>
      <dgm:spPr/>
    </dgm:pt>
    <dgm:pt modelId="{8877786D-1AEE-415F-AE3E-D857A93DA240}" type="pres">
      <dgm:prSet presAssocID="{FC8F31AA-908B-46F3-9BA1-BEBFBD79CC35}" presName="accent_4" presStyleLbl="alignNode1" presStyleIdx="7" presStyleCnt="8" custLinFactX="-205926" custLinFactNeighborX="-300000" custLinFactNeighborY="92245"/>
      <dgm:spPr/>
    </dgm:pt>
    <dgm:pt modelId="{2E75EBA5-3F92-4892-BB9A-29486BAE1BBC}" type="pres">
      <dgm:prSet presAssocID="{1AA17291-E4F3-4FFB-9704-6A83CD6FC99D}" presName="image_4" presStyleCnt="0"/>
      <dgm:spPr/>
    </dgm:pt>
    <dgm:pt modelId="{E0876F95-DF80-4D51-8081-8DFDB4FAD19C}" type="pres">
      <dgm:prSet presAssocID="{1AA17291-E4F3-4FFB-9704-6A83CD6FC99D}" presName="imageRepeatNode" presStyleLbl="fgImgPlace1" presStyleIdx="3" presStyleCnt="4" custScaleX="225487" custScaleY="225538" custLinFactX="-100000" custLinFactNeighborX="-161704" custLinFactNeighborY="-97234"/>
      <dgm:spPr/>
    </dgm:pt>
  </dgm:ptLst>
  <dgm:cxnLst>
    <dgm:cxn modelId="{9C6ABE0B-4AF0-4FE5-91A9-1391CFC416AD}" srcId="{2BB8BF04-2946-40AE-80C6-8946C0BFCCCC}" destId="{56DB83BD-897D-4F85-AE94-938B06DD5F96}" srcOrd="1" destOrd="0" parTransId="{26F18EB2-E2B9-4649-8B75-5781825DA5F6}" sibTransId="{ACB52A50-A5C8-4B69-986A-92698A290A66}"/>
    <dgm:cxn modelId="{6C2D3C29-B438-4120-B371-40648721406F}" type="presOf" srcId="{2BB8BF04-2946-40AE-80C6-8946C0BFCCCC}" destId="{93475550-E94B-4173-87FA-A705708CD753}" srcOrd="0" destOrd="0" presId="urn:microsoft.com/office/officeart/2008/layout/BubblePictureList"/>
    <dgm:cxn modelId="{82F32333-C805-4FBB-BEC5-4170E7DDEF36}" type="presOf" srcId="{FC8F31AA-908B-46F3-9BA1-BEBFBD79CC35}" destId="{54233669-0197-472E-9FAD-008B829CF535}" srcOrd="0" destOrd="0" presId="urn:microsoft.com/office/officeart/2008/layout/BubblePictureList"/>
    <dgm:cxn modelId="{332ADD3A-379B-47AD-861D-52EBF21D9E54}" type="presOf" srcId="{F878DE0B-E6C2-482D-A4EB-85DA0B179B38}" destId="{4236E975-5146-436D-B331-FF8E21F84CDB}" srcOrd="0" destOrd="0" presId="urn:microsoft.com/office/officeart/2008/layout/BubblePictureList"/>
    <dgm:cxn modelId="{6BB8015D-C431-4669-88AE-DE657C3967A8}" type="presOf" srcId="{ACB52A50-A5C8-4B69-986A-92698A290A66}" destId="{A56696E3-9DFB-49B6-B410-4C0FD8FEB40B}" srcOrd="0" destOrd="0" presId="urn:microsoft.com/office/officeart/2008/layout/BubblePictureList"/>
    <dgm:cxn modelId="{828C6B4B-BCE3-423F-80FA-4E3DF420F355}" type="presOf" srcId="{624C2063-5251-4FA9-A83A-63062AED20C9}" destId="{DD008FBB-3E68-4A19-A5AA-0A30E2CF213E}" srcOrd="0" destOrd="0" presId="urn:microsoft.com/office/officeart/2008/layout/BubblePictureList"/>
    <dgm:cxn modelId="{5731327D-62E4-4F21-B02C-C9344599AB77}" srcId="{2BB8BF04-2946-40AE-80C6-8946C0BFCCCC}" destId="{FC8F31AA-908B-46F3-9BA1-BEBFBD79CC35}" srcOrd="3" destOrd="0" parTransId="{76D5DED0-33CC-434D-B22A-46EBE9EA06B3}" sibTransId="{1AA17291-E4F3-4FFB-9704-6A83CD6FC99D}"/>
    <dgm:cxn modelId="{38BD3393-9796-4A2F-8A49-D7B76AA07AB1}" type="presOf" srcId="{94F7EE58-0222-4688-B7C3-5AE00B80F86A}" destId="{1576F06F-E4BC-4C80-B4A0-C1146ECD42AB}" srcOrd="0" destOrd="0" presId="urn:microsoft.com/office/officeart/2008/layout/BubblePictureList"/>
    <dgm:cxn modelId="{FA72E5A2-806D-428E-BA37-9BB503EECF39}" srcId="{2BB8BF04-2946-40AE-80C6-8946C0BFCCCC}" destId="{790A469C-7DA8-48E2-9344-8142B8F05FE5}" srcOrd="0" destOrd="0" parTransId="{0CB11EFC-9439-4498-B1F5-376ACC8CB5C6}" sibTransId="{F878DE0B-E6C2-482D-A4EB-85DA0B179B38}"/>
    <dgm:cxn modelId="{4109C5A4-4B0C-4B00-8A36-749D0391FC35}" type="presOf" srcId="{790A469C-7DA8-48E2-9344-8142B8F05FE5}" destId="{C2F4A1F2-8FB8-4DE3-A3DA-C047C680DA2C}" srcOrd="0" destOrd="0" presId="urn:microsoft.com/office/officeart/2008/layout/BubblePictureList"/>
    <dgm:cxn modelId="{2A8FA9C5-4952-4420-B53B-2B73C3FD7B4B}" type="presOf" srcId="{56DB83BD-897D-4F85-AE94-938B06DD5F96}" destId="{D6369042-0B3E-44AF-B1EE-C1520FECFD1E}" srcOrd="0" destOrd="0" presId="urn:microsoft.com/office/officeart/2008/layout/BubblePictureList"/>
    <dgm:cxn modelId="{7000D9CC-B001-4E94-98A9-4A1968A47A83}" srcId="{2BB8BF04-2946-40AE-80C6-8946C0BFCCCC}" destId="{624C2063-5251-4FA9-A83A-63062AED20C9}" srcOrd="2" destOrd="0" parTransId="{DF9F975F-6005-4D12-A509-B612EE8AB96D}" sibTransId="{94F7EE58-0222-4688-B7C3-5AE00B80F86A}"/>
    <dgm:cxn modelId="{3EE97ACF-5DF7-49DE-8085-0AA91D4D6182}" type="presOf" srcId="{1AA17291-E4F3-4FFB-9704-6A83CD6FC99D}" destId="{E0876F95-DF80-4D51-8081-8DFDB4FAD19C}" srcOrd="0" destOrd="0" presId="urn:microsoft.com/office/officeart/2008/layout/BubblePictureList"/>
    <dgm:cxn modelId="{FE796E10-A10C-476B-930E-6A0B675D99D2}" type="presParOf" srcId="{93475550-E94B-4173-87FA-A705708CD753}" destId="{C2F4A1F2-8FB8-4DE3-A3DA-C047C680DA2C}" srcOrd="0" destOrd="0" presId="urn:microsoft.com/office/officeart/2008/layout/BubblePictureList"/>
    <dgm:cxn modelId="{C3A7CCD6-ED27-49CA-94CC-87376598D795}" type="presParOf" srcId="{93475550-E94B-4173-87FA-A705708CD753}" destId="{592B33D6-D495-44FE-91AD-DFA426DC948D}" srcOrd="1" destOrd="0" presId="urn:microsoft.com/office/officeart/2008/layout/BubblePictureList"/>
    <dgm:cxn modelId="{6E4EB978-831E-4A93-AE8A-7DD788862DF6}" type="presParOf" srcId="{592B33D6-D495-44FE-91AD-DFA426DC948D}" destId="{CE002DDB-1753-4321-AA00-E5BD5E8C7AD0}" srcOrd="0" destOrd="0" presId="urn:microsoft.com/office/officeart/2008/layout/BubblePictureList"/>
    <dgm:cxn modelId="{5EB21C1B-F4B4-4A4A-9C32-DB73D19C98EF}" type="presParOf" srcId="{93475550-E94B-4173-87FA-A705708CD753}" destId="{A49508AC-9450-4383-BDFC-541B549E50C3}" srcOrd="2" destOrd="0" presId="urn:microsoft.com/office/officeart/2008/layout/BubblePictureList"/>
    <dgm:cxn modelId="{9EA82B19-7150-4996-B5D9-E8594BA9FCA5}" type="presParOf" srcId="{93475550-E94B-4173-87FA-A705708CD753}" destId="{7466C5CA-1336-49AA-BC10-F3485C1D180E}" srcOrd="3" destOrd="0" presId="urn:microsoft.com/office/officeart/2008/layout/BubblePictureList"/>
    <dgm:cxn modelId="{D4DB0B4A-1F3A-48AF-97B9-5EE546BD59C2}" type="presParOf" srcId="{7466C5CA-1336-49AA-BC10-F3485C1D180E}" destId="{4236E975-5146-436D-B331-FF8E21F84CDB}" srcOrd="0" destOrd="0" presId="urn:microsoft.com/office/officeart/2008/layout/BubblePictureList"/>
    <dgm:cxn modelId="{81680A95-1E04-4927-92F2-A085A3F22999}" type="presParOf" srcId="{93475550-E94B-4173-87FA-A705708CD753}" destId="{D6369042-0B3E-44AF-B1EE-C1520FECFD1E}" srcOrd="4" destOrd="0" presId="urn:microsoft.com/office/officeart/2008/layout/BubblePictureList"/>
    <dgm:cxn modelId="{ABBD9807-1207-42BC-B1B3-999DC579CFCA}" type="presParOf" srcId="{93475550-E94B-4173-87FA-A705708CD753}" destId="{ABC176B1-8331-446A-A12C-4F0F2C16097A}" srcOrd="5" destOrd="0" presId="urn:microsoft.com/office/officeart/2008/layout/BubblePictureList"/>
    <dgm:cxn modelId="{7010D727-1A5E-408A-9032-4D607158DB6B}" type="presParOf" srcId="{ABC176B1-8331-446A-A12C-4F0F2C16097A}" destId="{E161B3D2-EE27-48B1-8923-DD9416F346CB}" srcOrd="0" destOrd="0" presId="urn:microsoft.com/office/officeart/2008/layout/BubblePictureList"/>
    <dgm:cxn modelId="{02D84B6E-5DF9-4F38-8D08-A9DBB4F46FD8}" type="presParOf" srcId="{93475550-E94B-4173-87FA-A705708CD753}" destId="{E32D3828-78F9-4389-845E-64C405859C59}" srcOrd="6" destOrd="0" presId="urn:microsoft.com/office/officeart/2008/layout/BubblePictureList"/>
    <dgm:cxn modelId="{3E8ADD45-076D-4DC8-9D67-26CDD7A4EEDD}" type="presParOf" srcId="{E32D3828-78F9-4389-845E-64C405859C59}" destId="{A56696E3-9DFB-49B6-B410-4C0FD8FEB40B}" srcOrd="0" destOrd="0" presId="urn:microsoft.com/office/officeart/2008/layout/BubblePictureList"/>
    <dgm:cxn modelId="{A06318A4-0003-46D5-AD10-52EEE6FD68D3}" type="presParOf" srcId="{93475550-E94B-4173-87FA-A705708CD753}" destId="{B77B293D-E981-4FCA-9FAD-864881841CBB}" srcOrd="7" destOrd="0" presId="urn:microsoft.com/office/officeart/2008/layout/BubblePictureList"/>
    <dgm:cxn modelId="{395E9D68-63CD-48C3-AA9A-18AE878B8A56}" type="presParOf" srcId="{B77B293D-E981-4FCA-9FAD-864881841CBB}" destId="{7BFB1925-C1E2-4C13-B5CE-A8038DF72A12}" srcOrd="0" destOrd="0" presId="urn:microsoft.com/office/officeart/2008/layout/BubblePictureList"/>
    <dgm:cxn modelId="{8EB11D58-735A-4DDF-A9AC-8D6B51E09854}" type="presParOf" srcId="{93475550-E94B-4173-87FA-A705708CD753}" destId="{DD008FBB-3E68-4A19-A5AA-0A30E2CF213E}" srcOrd="8" destOrd="0" presId="urn:microsoft.com/office/officeart/2008/layout/BubblePictureList"/>
    <dgm:cxn modelId="{936B0DD9-D04C-4A65-BB61-6D27A841A557}" type="presParOf" srcId="{93475550-E94B-4173-87FA-A705708CD753}" destId="{E718610E-7BA7-4BE5-BB26-D23F7CF1B751}" srcOrd="9" destOrd="0" presId="urn:microsoft.com/office/officeart/2008/layout/BubblePictureList"/>
    <dgm:cxn modelId="{99E85E02-1181-4D45-B907-37CFD61C7641}" type="presParOf" srcId="{93475550-E94B-4173-87FA-A705708CD753}" destId="{722FE8DD-10A8-43D3-A163-2331F8BA596F}" srcOrd="10" destOrd="0" presId="urn:microsoft.com/office/officeart/2008/layout/BubblePictureList"/>
    <dgm:cxn modelId="{C5E20949-BE32-4DC5-AFF7-61DFA2444B56}" type="presParOf" srcId="{93475550-E94B-4173-87FA-A705708CD753}" destId="{C303CE37-0834-47A4-BBE5-F5CDCFCFEB4B}" srcOrd="11" destOrd="0" presId="urn:microsoft.com/office/officeart/2008/layout/BubblePictureList"/>
    <dgm:cxn modelId="{4D137831-4452-4E4D-A365-4450B47ED18F}" type="presParOf" srcId="{C303CE37-0834-47A4-BBE5-F5CDCFCFEB4B}" destId="{1576F06F-E4BC-4C80-B4A0-C1146ECD42AB}" srcOrd="0" destOrd="0" presId="urn:microsoft.com/office/officeart/2008/layout/BubblePictureList"/>
    <dgm:cxn modelId="{6A2B3A05-819C-4DEF-911A-5A70C12EEDB3}" type="presParOf" srcId="{93475550-E94B-4173-87FA-A705708CD753}" destId="{53C46379-8A3E-449F-9366-AD1CC587D7E7}" srcOrd="12" destOrd="0" presId="urn:microsoft.com/office/officeart/2008/layout/BubblePictureList"/>
    <dgm:cxn modelId="{542D9903-CA9F-44B0-AA81-93E5D3E2BA9C}" type="presParOf" srcId="{53C46379-8A3E-449F-9366-AD1CC587D7E7}" destId="{B0EA7C46-FABA-4A54-A083-2859F910661C}" srcOrd="0" destOrd="0" presId="urn:microsoft.com/office/officeart/2008/layout/BubblePictureList"/>
    <dgm:cxn modelId="{5EC40724-576E-4035-AEE9-09190737D1CE}" type="presParOf" srcId="{93475550-E94B-4173-87FA-A705708CD753}" destId="{54233669-0197-472E-9FAD-008B829CF535}" srcOrd="13" destOrd="0" presId="urn:microsoft.com/office/officeart/2008/layout/BubblePictureList"/>
    <dgm:cxn modelId="{748F7A30-9832-4F53-A9E4-28D1970F4D25}" type="presParOf" srcId="{93475550-E94B-4173-87FA-A705708CD753}" destId="{8877786D-1AEE-415F-AE3E-D857A93DA240}" srcOrd="14" destOrd="0" presId="urn:microsoft.com/office/officeart/2008/layout/BubblePictureList"/>
    <dgm:cxn modelId="{B88DB8A7-D052-4694-9752-EDB56B50D8A0}" type="presParOf" srcId="{93475550-E94B-4173-87FA-A705708CD753}" destId="{2E75EBA5-3F92-4892-BB9A-29486BAE1BBC}" srcOrd="15" destOrd="0" presId="urn:microsoft.com/office/officeart/2008/layout/BubblePictureList"/>
    <dgm:cxn modelId="{72824CC1-2F2B-4DC6-B02C-D271D06627F6}" type="presParOf" srcId="{2E75EBA5-3F92-4892-BB9A-29486BAE1BBC}" destId="{E0876F95-DF80-4D51-8081-8DFDB4FAD19C}" srcOrd="0" destOrd="0" presId="urn:microsoft.com/office/officeart/2008/layout/Bubble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013BB1-2026-423D-956E-C029BCFF6F0E}" type="doc">
      <dgm:prSet loTypeId="urn:microsoft.com/office/officeart/2011/layout/RadialPictureList" loCatId="picture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36B8A437-87EB-4F4E-A6E5-4BD4790EC330}">
      <dgm:prSet phldrT="[Text]"/>
      <dgm:spPr/>
      <dgm:t>
        <a:bodyPr/>
        <a:lstStyle/>
        <a:p>
          <a:r>
            <a:rPr lang="en-US" dirty="0" err="1"/>
            <a:t>Linéaire</a:t>
          </a:r>
          <a:endParaRPr lang="fr-FR" dirty="0"/>
        </a:p>
      </dgm:t>
    </dgm:pt>
    <dgm:pt modelId="{531E5C4B-DBE1-4A90-9FC2-F97C0A7C6F95}" type="parTrans" cxnId="{F815F5D6-C8F3-4B80-B9B6-71C5C8781F63}">
      <dgm:prSet/>
      <dgm:spPr/>
      <dgm:t>
        <a:bodyPr/>
        <a:lstStyle/>
        <a:p>
          <a:endParaRPr lang="fr-FR"/>
        </a:p>
      </dgm:t>
    </dgm:pt>
    <dgm:pt modelId="{0C84D6CD-EB55-4E02-900A-50B6AAA3A25D}" type="sibTrans" cxnId="{F815F5D6-C8F3-4B80-B9B6-71C5C8781F63}">
      <dgm:prSet/>
      <dgm:spPr/>
      <dgm:t>
        <a:bodyPr/>
        <a:lstStyle/>
        <a:p>
          <a:endParaRPr lang="fr-FR"/>
        </a:p>
      </dgm:t>
    </dgm:pt>
    <dgm:pt modelId="{0CDDDF36-5B79-4B65-A706-F8825125BE5B}">
      <dgm:prSet phldrT="[Text]"/>
      <dgm:spPr/>
      <dgm:t>
        <a:bodyPr/>
        <a:lstStyle/>
        <a:p>
          <a:r>
            <a:rPr lang="fr-FR" dirty="0"/>
            <a:t>C2</a:t>
          </a:r>
        </a:p>
      </dgm:t>
    </dgm:pt>
    <dgm:pt modelId="{CE8A6CA6-E387-4BD8-B8F3-39A793AA2F9B}" type="parTrans" cxnId="{CE256FF6-B31B-4280-A45B-96821784CC4F}">
      <dgm:prSet/>
      <dgm:spPr/>
      <dgm:t>
        <a:bodyPr/>
        <a:lstStyle/>
        <a:p>
          <a:endParaRPr lang="fr-FR"/>
        </a:p>
      </dgm:t>
    </dgm:pt>
    <dgm:pt modelId="{A5BD8F54-95B2-4E71-8DC4-12A9DED43717}" type="sibTrans" cxnId="{CE256FF6-B31B-4280-A45B-96821784CC4F}">
      <dgm:prSet/>
      <dgm:spPr/>
      <dgm:t>
        <a:bodyPr/>
        <a:lstStyle/>
        <a:p>
          <a:endParaRPr lang="fr-FR"/>
        </a:p>
      </dgm:t>
    </dgm:pt>
    <dgm:pt modelId="{9E78C3AF-0389-4AFB-BF4C-2864DD9D5C6F}">
      <dgm:prSet phldrT="[Text]"/>
      <dgm:spPr/>
      <dgm:t>
        <a:bodyPr/>
        <a:lstStyle/>
        <a:p>
          <a:r>
            <a:rPr lang="fr-FR" dirty="0"/>
            <a:t>C3</a:t>
          </a:r>
        </a:p>
      </dgm:t>
    </dgm:pt>
    <dgm:pt modelId="{3A92710A-0B32-4E71-B386-9D038E199C0F}" type="parTrans" cxnId="{BF0C711D-AC75-4B1D-922F-8EC89289C14B}">
      <dgm:prSet/>
      <dgm:spPr/>
      <dgm:t>
        <a:bodyPr/>
        <a:lstStyle/>
        <a:p>
          <a:endParaRPr lang="fr-FR"/>
        </a:p>
      </dgm:t>
    </dgm:pt>
    <dgm:pt modelId="{381FA613-51DE-4A30-8D0A-83195865820F}" type="sibTrans" cxnId="{BF0C711D-AC75-4B1D-922F-8EC89289C14B}">
      <dgm:prSet/>
      <dgm:spPr/>
      <dgm:t>
        <a:bodyPr/>
        <a:lstStyle/>
        <a:p>
          <a:endParaRPr lang="fr-FR"/>
        </a:p>
      </dgm:t>
    </dgm:pt>
    <dgm:pt modelId="{C9ED066E-FFE8-4BD4-8E7A-5F8E837D14FD}">
      <dgm:prSet phldrT="[Text]"/>
      <dgm:spPr/>
      <dgm:t>
        <a:bodyPr/>
        <a:lstStyle/>
        <a:p>
          <a:r>
            <a:rPr lang="fr-FR" dirty="0"/>
            <a:t>C4</a:t>
          </a:r>
        </a:p>
      </dgm:t>
    </dgm:pt>
    <dgm:pt modelId="{DC84782A-E1DE-41C1-88EC-461AFE637AF9}" type="parTrans" cxnId="{EC585A45-275C-4408-B3B5-CE983017805F}">
      <dgm:prSet/>
      <dgm:spPr/>
      <dgm:t>
        <a:bodyPr/>
        <a:lstStyle/>
        <a:p>
          <a:endParaRPr lang="fr-FR"/>
        </a:p>
      </dgm:t>
    </dgm:pt>
    <dgm:pt modelId="{59E6CF96-D52F-4C04-B3E6-D10176DC26BB}" type="sibTrans" cxnId="{EC585A45-275C-4408-B3B5-CE983017805F}">
      <dgm:prSet/>
      <dgm:spPr/>
      <dgm:t>
        <a:bodyPr/>
        <a:lstStyle/>
        <a:p>
          <a:endParaRPr lang="fr-FR"/>
        </a:p>
      </dgm:t>
    </dgm:pt>
    <dgm:pt modelId="{D2F25EE3-B2D0-4744-9298-CFFF043F8136}">
      <dgm:prSet/>
      <dgm:spPr/>
      <dgm:t>
        <a:bodyPr/>
        <a:lstStyle/>
        <a:p>
          <a:endParaRPr lang="fr-FR"/>
        </a:p>
      </dgm:t>
    </dgm:pt>
    <dgm:pt modelId="{0CF46AA4-A3E6-4DA8-891A-13EB8F83B429}" type="parTrans" cxnId="{A7DBE378-669D-422E-920C-5788623BDBAA}">
      <dgm:prSet/>
      <dgm:spPr/>
      <dgm:t>
        <a:bodyPr/>
        <a:lstStyle/>
        <a:p>
          <a:endParaRPr lang="fr-FR"/>
        </a:p>
      </dgm:t>
    </dgm:pt>
    <dgm:pt modelId="{D6C4498A-DD0A-4D28-A70B-069D0C426163}" type="sibTrans" cxnId="{A7DBE378-669D-422E-920C-5788623BDBAA}">
      <dgm:prSet/>
      <dgm:spPr/>
      <dgm:t>
        <a:bodyPr/>
        <a:lstStyle/>
        <a:p>
          <a:endParaRPr lang="fr-FR"/>
        </a:p>
      </dgm:t>
    </dgm:pt>
    <dgm:pt modelId="{8F4CA874-31D8-4CED-96A1-544D21099DC4}">
      <dgm:prSet phldrT="[Text]" custScaleX="42494" custLinFactNeighborX="39949" custLinFactNeighborY="-70421"/>
      <dgm:spPr/>
      <dgm:t>
        <a:bodyPr/>
        <a:lstStyle/>
        <a:p>
          <a:endParaRPr lang="fr-FR"/>
        </a:p>
      </dgm:t>
    </dgm:pt>
    <dgm:pt modelId="{DC49DF8C-BE19-427A-B8C8-2603F9E9233C}" type="parTrans" cxnId="{90A89444-C2E9-4321-87B6-F5CC13CD20B3}">
      <dgm:prSet/>
      <dgm:spPr/>
      <dgm:t>
        <a:bodyPr/>
        <a:lstStyle/>
        <a:p>
          <a:endParaRPr lang="fr-FR"/>
        </a:p>
      </dgm:t>
    </dgm:pt>
    <dgm:pt modelId="{262DD85B-F53A-4345-8FF6-AB515E3E13D1}" type="sibTrans" cxnId="{90A89444-C2E9-4321-87B6-F5CC13CD20B3}">
      <dgm:prSet/>
      <dgm:spPr/>
      <dgm:t>
        <a:bodyPr/>
        <a:lstStyle/>
        <a:p>
          <a:endParaRPr lang="fr-FR"/>
        </a:p>
      </dgm:t>
    </dgm:pt>
    <dgm:pt modelId="{B8C103FE-5B5D-49D8-A565-1E59B54D587A}" type="pres">
      <dgm:prSet presAssocID="{D2013BB1-2026-423D-956E-C029BCFF6F0E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AFE1D134-59EF-4CD0-8397-E23484D235FD}" type="pres">
      <dgm:prSet presAssocID="{36B8A437-87EB-4F4E-A6E5-4BD4790EC330}" presName="Parent" presStyleLbl="node1" presStyleIdx="0" presStyleCnt="2" custLinFactNeighborX="-18216">
        <dgm:presLayoutVars>
          <dgm:chMax val="4"/>
          <dgm:chPref val="3"/>
        </dgm:presLayoutVars>
      </dgm:prSet>
      <dgm:spPr/>
    </dgm:pt>
    <dgm:pt modelId="{426472AC-BC6B-4EC9-82DE-0DA378ADE7AC}" type="pres">
      <dgm:prSet presAssocID="{0CDDDF36-5B79-4B65-A706-F8825125BE5B}" presName="Accent" presStyleLbl="node1" presStyleIdx="1" presStyleCnt="2"/>
      <dgm:spPr/>
    </dgm:pt>
    <dgm:pt modelId="{5F2244B2-206C-472B-A078-4717E59819C1}" type="pres">
      <dgm:prSet presAssocID="{0CDDDF36-5B79-4B65-A706-F8825125BE5B}" presName="Image1" presStyleLbl="fgImgPlace1" presStyleIdx="0" presStyleCnt="3" custScaleX="16620" custScaleY="17730" custLinFactNeighborX="-19440" custLinFactNeighborY="-26059"/>
      <dgm:spPr/>
    </dgm:pt>
    <dgm:pt modelId="{BE94108E-8B93-4D5C-845B-73EA07FFA654}" type="pres">
      <dgm:prSet presAssocID="{0CDDDF36-5B79-4B65-A706-F8825125BE5B}" presName="Child1" presStyleLbl="revTx" presStyleIdx="0" presStyleCnt="3" custScaleX="48876" custLinFactNeighborX="-46411" custLinFactNeighborY="-35011">
        <dgm:presLayoutVars>
          <dgm:chMax val="0"/>
          <dgm:chPref val="0"/>
          <dgm:bulletEnabled val="1"/>
        </dgm:presLayoutVars>
      </dgm:prSet>
      <dgm:spPr/>
    </dgm:pt>
    <dgm:pt modelId="{A6476B33-8CCC-4A59-B382-2B7D6E39A7B4}" type="pres">
      <dgm:prSet presAssocID="{9E78C3AF-0389-4AFB-BF4C-2864DD9D5C6F}" presName="Image2" presStyleCnt="0"/>
      <dgm:spPr/>
    </dgm:pt>
    <dgm:pt modelId="{30B93921-8657-4219-85E6-786AA486417A}" type="pres">
      <dgm:prSet presAssocID="{9E78C3AF-0389-4AFB-BF4C-2864DD9D5C6F}" presName="Image" presStyleLbl="fgImgPlace1" presStyleIdx="1" presStyleCnt="3" custAng="0" custScaleX="4413" custScaleY="7260" custLinFactNeighborX="-10472" custLinFactNeighborY="-73548"/>
      <dgm:spPr>
        <a:prstGeom prst="flowChartAlternateProcess">
          <a:avLst/>
        </a:prstGeom>
      </dgm:spPr>
    </dgm:pt>
    <dgm:pt modelId="{78DA4AC0-A9A0-4B4A-AD52-EE87B4DE8627}" type="pres">
      <dgm:prSet presAssocID="{9E78C3AF-0389-4AFB-BF4C-2864DD9D5C6F}" presName="Child2" presStyleLbl="revTx" presStyleIdx="1" presStyleCnt="3" custScaleX="55047" custLinFactNeighborX="-8075" custLinFactNeighborY="-62945">
        <dgm:presLayoutVars>
          <dgm:chMax val="0"/>
          <dgm:chPref val="0"/>
          <dgm:bulletEnabled val="1"/>
        </dgm:presLayoutVars>
      </dgm:prSet>
      <dgm:spPr/>
    </dgm:pt>
    <dgm:pt modelId="{58952AED-1D67-4A36-8A0C-BF7C5D49D543}" type="pres">
      <dgm:prSet presAssocID="{C9ED066E-FFE8-4BD4-8E7A-5F8E837D14FD}" presName="Image3" presStyleCnt="0"/>
      <dgm:spPr/>
    </dgm:pt>
    <dgm:pt modelId="{F53994A4-33EE-42DA-8836-27B78D27BF55}" type="pres">
      <dgm:prSet presAssocID="{C9ED066E-FFE8-4BD4-8E7A-5F8E837D14FD}" presName="Image" presStyleLbl="fgImgPlace1" presStyleIdx="2" presStyleCnt="3" custFlipVert="1" custScaleX="13965" custScaleY="5627" custLinFactY="-100000" custLinFactNeighborX="-20446" custLinFactNeighborY="-159221"/>
      <dgm:spPr/>
    </dgm:pt>
    <dgm:pt modelId="{B7569DF4-D215-4159-BEA5-6DB859211FD0}" type="pres">
      <dgm:prSet presAssocID="{C9ED066E-FFE8-4BD4-8E7A-5F8E837D14FD}" presName="Child3" presStyleLbl="revTx" presStyleIdx="2" presStyleCnt="3" custScaleX="42494" custLinFactNeighborX="39949" custLinFactNeighborY="-70421">
        <dgm:presLayoutVars>
          <dgm:chMax val="0"/>
          <dgm:chPref val="0"/>
          <dgm:bulletEnabled val="1"/>
        </dgm:presLayoutVars>
      </dgm:prSet>
      <dgm:spPr/>
    </dgm:pt>
  </dgm:ptLst>
  <dgm:cxnLst>
    <dgm:cxn modelId="{BF0C711D-AC75-4B1D-922F-8EC89289C14B}" srcId="{36B8A437-87EB-4F4E-A6E5-4BD4790EC330}" destId="{9E78C3AF-0389-4AFB-BF4C-2864DD9D5C6F}" srcOrd="1" destOrd="0" parTransId="{3A92710A-0B32-4E71-B386-9D038E199C0F}" sibTransId="{381FA613-51DE-4A30-8D0A-83195865820F}"/>
    <dgm:cxn modelId="{2536C21D-7D1D-48C3-A391-026451773902}" type="presOf" srcId="{36B8A437-87EB-4F4E-A6E5-4BD4790EC330}" destId="{AFE1D134-59EF-4CD0-8397-E23484D235FD}" srcOrd="0" destOrd="0" presId="urn:microsoft.com/office/officeart/2011/layout/RadialPictureList"/>
    <dgm:cxn modelId="{68524436-EE77-4575-B8E4-ADB6A4739455}" type="presOf" srcId="{0CDDDF36-5B79-4B65-A706-F8825125BE5B}" destId="{BE94108E-8B93-4D5C-845B-73EA07FFA654}" srcOrd="0" destOrd="0" presId="urn:microsoft.com/office/officeart/2011/layout/RadialPictureList"/>
    <dgm:cxn modelId="{90A89444-C2E9-4321-87B6-F5CC13CD20B3}" srcId="{D2013BB1-2026-423D-956E-C029BCFF6F0E}" destId="{8F4CA874-31D8-4CED-96A1-544D21099DC4}" srcOrd="2" destOrd="0" parTransId="{DC49DF8C-BE19-427A-B8C8-2603F9E9233C}" sibTransId="{262DD85B-F53A-4345-8FF6-AB515E3E13D1}"/>
    <dgm:cxn modelId="{EC585A45-275C-4408-B3B5-CE983017805F}" srcId="{36B8A437-87EB-4F4E-A6E5-4BD4790EC330}" destId="{C9ED066E-FFE8-4BD4-8E7A-5F8E837D14FD}" srcOrd="2" destOrd="0" parTransId="{DC84782A-E1DE-41C1-88EC-461AFE637AF9}" sibTransId="{59E6CF96-D52F-4C04-B3E6-D10176DC26BB}"/>
    <dgm:cxn modelId="{B1B7C275-E822-4058-8FB9-0A4ECBE305E1}" type="presOf" srcId="{C9ED066E-FFE8-4BD4-8E7A-5F8E837D14FD}" destId="{B7569DF4-D215-4159-BEA5-6DB859211FD0}" srcOrd="0" destOrd="0" presId="urn:microsoft.com/office/officeart/2011/layout/RadialPictureList"/>
    <dgm:cxn modelId="{A7DBE378-669D-422E-920C-5788623BDBAA}" srcId="{D2013BB1-2026-423D-956E-C029BCFF6F0E}" destId="{D2F25EE3-B2D0-4744-9298-CFFF043F8136}" srcOrd="1" destOrd="0" parTransId="{0CF46AA4-A3E6-4DA8-891A-13EB8F83B429}" sibTransId="{D6C4498A-DD0A-4D28-A70B-069D0C426163}"/>
    <dgm:cxn modelId="{9239ABA1-D361-404B-9150-D5998D419273}" type="presOf" srcId="{D2013BB1-2026-423D-956E-C029BCFF6F0E}" destId="{B8C103FE-5B5D-49D8-A565-1E59B54D587A}" srcOrd="0" destOrd="0" presId="urn:microsoft.com/office/officeart/2011/layout/RadialPictureList"/>
    <dgm:cxn modelId="{F815F5D6-C8F3-4B80-B9B6-71C5C8781F63}" srcId="{D2013BB1-2026-423D-956E-C029BCFF6F0E}" destId="{36B8A437-87EB-4F4E-A6E5-4BD4790EC330}" srcOrd="0" destOrd="0" parTransId="{531E5C4B-DBE1-4A90-9FC2-F97C0A7C6F95}" sibTransId="{0C84D6CD-EB55-4E02-900A-50B6AAA3A25D}"/>
    <dgm:cxn modelId="{F5D5EBD7-0D6B-42E7-A8A5-773384E7EBE8}" type="presOf" srcId="{9E78C3AF-0389-4AFB-BF4C-2864DD9D5C6F}" destId="{78DA4AC0-A9A0-4B4A-AD52-EE87B4DE8627}" srcOrd="0" destOrd="0" presId="urn:microsoft.com/office/officeart/2011/layout/RadialPictureList"/>
    <dgm:cxn modelId="{CE256FF6-B31B-4280-A45B-96821784CC4F}" srcId="{36B8A437-87EB-4F4E-A6E5-4BD4790EC330}" destId="{0CDDDF36-5B79-4B65-A706-F8825125BE5B}" srcOrd="0" destOrd="0" parTransId="{CE8A6CA6-E387-4BD8-B8F3-39A793AA2F9B}" sibTransId="{A5BD8F54-95B2-4E71-8DC4-12A9DED43717}"/>
    <dgm:cxn modelId="{4E813DC4-DEB8-4220-87D7-81E6C10C774D}" type="presParOf" srcId="{B8C103FE-5B5D-49D8-A565-1E59B54D587A}" destId="{AFE1D134-59EF-4CD0-8397-E23484D235FD}" srcOrd="0" destOrd="0" presId="urn:microsoft.com/office/officeart/2011/layout/RadialPictureList"/>
    <dgm:cxn modelId="{764DDA8A-DE99-4E18-BF8C-EF9CC088230F}" type="presParOf" srcId="{B8C103FE-5B5D-49D8-A565-1E59B54D587A}" destId="{426472AC-BC6B-4EC9-82DE-0DA378ADE7AC}" srcOrd="1" destOrd="0" presId="urn:microsoft.com/office/officeart/2011/layout/RadialPictureList"/>
    <dgm:cxn modelId="{BF6F0928-8619-4A1F-9F58-E943609F9F64}" type="presParOf" srcId="{B8C103FE-5B5D-49D8-A565-1E59B54D587A}" destId="{5F2244B2-206C-472B-A078-4717E59819C1}" srcOrd="2" destOrd="0" presId="urn:microsoft.com/office/officeart/2011/layout/RadialPictureList"/>
    <dgm:cxn modelId="{D5C78E19-F2EA-4103-977B-5E27AE8A22AD}" type="presParOf" srcId="{B8C103FE-5B5D-49D8-A565-1E59B54D587A}" destId="{BE94108E-8B93-4D5C-845B-73EA07FFA654}" srcOrd="3" destOrd="0" presId="urn:microsoft.com/office/officeart/2011/layout/RadialPictureList"/>
    <dgm:cxn modelId="{4166A667-9785-4152-99D9-9397329114CC}" type="presParOf" srcId="{B8C103FE-5B5D-49D8-A565-1E59B54D587A}" destId="{A6476B33-8CCC-4A59-B382-2B7D6E39A7B4}" srcOrd="4" destOrd="0" presId="urn:microsoft.com/office/officeart/2011/layout/RadialPictureList"/>
    <dgm:cxn modelId="{AE4C26F6-E0DA-4D73-AC9D-BF6BE132F995}" type="presParOf" srcId="{A6476B33-8CCC-4A59-B382-2B7D6E39A7B4}" destId="{30B93921-8657-4219-85E6-786AA486417A}" srcOrd="0" destOrd="0" presId="urn:microsoft.com/office/officeart/2011/layout/RadialPictureList"/>
    <dgm:cxn modelId="{610928C6-C28E-4C84-8746-5D02B22FD970}" type="presParOf" srcId="{B8C103FE-5B5D-49D8-A565-1E59B54D587A}" destId="{78DA4AC0-A9A0-4B4A-AD52-EE87B4DE8627}" srcOrd="5" destOrd="0" presId="urn:microsoft.com/office/officeart/2011/layout/RadialPictureList"/>
    <dgm:cxn modelId="{14DC696E-5286-4A11-A41D-6C96A0B4A3C7}" type="presParOf" srcId="{B8C103FE-5B5D-49D8-A565-1E59B54D587A}" destId="{58952AED-1D67-4A36-8A0C-BF7C5D49D543}" srcOrd="6" destOrd="0" presId="urn:microsoft.com/office/officeart/2011/layout/RadialPictureList"/>
    <dgm:cxn modelId="{4BC2C6D6-45E4-43C8-B51D-D98ABCD61950}" type="presParOf" srcId="{58952AED-1D67-4A36-8A0C-BF7C5D49D543}" destId="{F53994A4-33EE-42DA-8836-27B78D27BF55}" srcOrd="0" destOrd="0" presId="urn:microsoft.com/office/officeart/2011/layout/RadialPictureList"/>
    <dgm:cxn modelId="{FFDD6F3F-41B4-4755-9107-982BAA1256DE}" type="presParOf" srcId="{B8C103FE-5B5D-49D8-A565-1E59B54D587A}" destId="{B7569DF4-D215-4159-BEA5-6DB859211FD0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7970A9-63E4-429F-881D-B55D50AC4BA6}" type="doc">
      <dgm:prSet loTypeId="urn:microsoft.com/office/officeart/2011/layout/HexagonRadial" loCatId="officeonline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35C8CACA-A33D-4084-AA5D-8CE43599914F}">
      <dgm:prSet phldrT="[Text]"/>
      <dgm:spPr/>
      <dgm:t>
        <a:bodyPr/>
        <a:lstStyle/>
        <a:p>
          <a:r>
            <a:rPr lang="fr-FR" dirty="0"/>
            <a:t>Monocycle/</a:t>
          </a:r>
        </a:p>
        <a:p>
          <a:r>
            <a:rPr lang="fr-FR" dirty="0" err="1"/>
            <a:t>polycycle</a:t>
          </a:r>
          <a:endParaRPr lang="fr-FR" dirty="0"/>
        </a:p>
      </dgm:t>
    </dgm:pt>
    <dgm:pt modelId="{35A70A55-8659-4E34-B11F-F78A942882C0}" type="parTrans" cxnId="{478C1861-4523-446C-B679-F46926224C81}">
      <dgm:prSet/>
      <dgm:spPr/>
      <dgm:t>
        <a:bodyPr/>
        <a:lstStyle/>
        <a:p>
          <a:endParaRPr lang="fr-FR"/>
        </a:p>
      </dgm:t>
    </dgm:pt>
    <dgm:pt modelId="{19C1DF33-6DF1-4BCB-B56F-FA55E2CD6945}" type="sibTrans" cxnId="{478C1861-4523-446C-B679-F46926224C81}">
      <dgm:prSet/>
      <dgm:spPr/>
      <dgm:t>
        <a:bodyPr/>
        <a:lstStyle/>
        <a:p>
          <a:endParaRPr lang="fr-FR"/>
        </a:p>
      </dgm:t>
    </dgm:pt>
    <dgm:pt modelId="{4B6FF3E8-BE83-49BE-8144-9A3675EA9CDC}">
      <dgm:prSet phldrT="[Text]"/>
      <dgm:spPr>
        <a:blipFill dpi="0" rotWithShape="0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B28926A1-D2FB-437C-BBCE-762E6180A87A}" type="parTrans" cxnId="{F1B9CF6E-41C3-4D71-BC95-55E4BDAE07AF}">
      <dgm:prSet/>
      <dgm:spPr/>
      <dgm:t>
        <a:bodyPr/>
        <a:lstStyle/>
        <a:p>
          <a:endParaRPr lang="fr-FR"/>
        </a:p>
      </dgm:t>
    </dgm:pt>
    <dgm:pt modelId="{5C69D0E2-8756-49DD-89A4-7110DBA45234}" type="sibTrans" cxnId="{F1B9CF6E-41C3-4D71-BC95-55E4BDAE07AF}">
      <dgm:prSet/>
      <dgm:spPr/>
      <dgm:t>
        <a:bodyPr/>
        <a:lstStyle/>
        <a:p>
          <a:endParaRPr lang="fr-FR"/>
        </a:p>
      </dgm:t>
    </dgm:pt>
    <dgm:pt modelId="{B58F6A5B-54FD-4312-9115-E84648A9C312}">
      <dgm:prSet phldrT="[Text]"/>
      <dgm:spPr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6489036E-E10D-4A09-BDC1-534C39F47C27}" type="parTrans" cxnId="{4700083B-E906-4E82-AFE5-FFB4A44E01BA}">
      <dgm:prSet/>
      <dgm:spPr/>
      <dgm:t>
        <a:bodyPr/>
        <a:lstStyle/>
        <a:p>
          <a:endParaRPr lang="fr-FR"/>
        </a:p>
      </dgm:t>
    </dgm:pt>
    <dgm:pt modelId="{8000F367-E078-4193-B4FE-528F952D5782}" type="sibTrans" cxnId="{4700083B-E906-4E82-AFE5-FFB4A44E01BA}">
      <dgm:prSet/>
      <dgm:spPr/>
      <dgm:t>
        <a:bodyPr/>
        <a:lstStyle/>
        <a:p>
          <a:endParaRPr lang="fr-FR"/>
        </a:p>
      </dgm:t>
    </dgm:pt>
    <dgm:pt modelId="{F0C37EDD-F44B-42CA-BA4C-C2DA8351ACC2}">
      <dgm:prSet phldrT="[Text]"/>
      <dgm:spPr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8732D7E7-77A2-472B-8F91-07E6B6D52CD0}" type="parTrans" cxnId="{91EBA77C-47B5-4422-9F90-223AD4706EE9}">
      <dgm:prSet/>
      <dgm:spPr/>
      <dgm:t>
        <a:bodyPr/>
        <a:lstStyle/>
        <a:p>
          <a:endParaRPr lang="fr-FR"/>
        </a:p>
      </dgm:t>
    </dgm:pt>
    <dgm:pt modelId="{7D74712D-47AD-4426-AC7B-077629BD9718}" type="sibTrans" cxnId="{91EBA77C-47B5-4422-9F90-223AD4706EE9}">
      <dgm:prSet/>
      <dgm:spPr/>
      <dgm:t>
        <a:bodyPr/>
        <a:lstStyle/>
        <a:p>
          <a:endParaRPr lang="fr-FR"/>
        </a:p>
      </dgm:t>
    </dgm:pt>
    <dgm:pt modelId="{3D6E0AB9-E4BF-4F8F-A289-FFA271B1C3D4}">
      <dgm:prSet phldrT="[Text]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i="1" dirty="0"/>
            <a:t> </a:t>
          </a:r>
        </a:p>
      </dgm:t>
    </dgm:pt>
    <dgm:pt modelId="{D96EA407-AB39-4E38-B271-725BC7399ED0}" type="parTrans" cxnId="{40926633-DBE7-4E65-BE02-4FF4855981C5}">
      <dgm:prSet/>
      <dgm:spPr/>
      <dgm:t>
        <a:bodyPr/>
        <a:lstStyle/>
        <a:p>
          <a:endParaRPr lang="fr-FR"/>
        </a:p>
      </dgm:t>
    </dgm:pt>
    <dgm:pt modelId="{D0952E52-4876-4012-96D1-F536E166B909}" type="sibTrans" cxnId="{40926633-DBE7-4E65-BE02-4FF4855981C5}">
      <dgm:prSet/>
      <dgm:spPr/>
      <dgm:t>
        <a:bodyPr/>
        <a:lstStyle/>
        <a:p>
          <a:endParaRPr lang="fr-FR"/>
        </a:p>
      </dgm:t>
    </dgm:pt>
    <dgm:pt modelId="{ADBBF649-16E7-4BBC-BB24-CF133E617971}">
      <dgm:prSet phldrT="[Text]" phldr="1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 anchor="b" anchorCtr="0"/>
        <a:lstStyle/>
        <a:p>
          <a:endParaRPr lang="fr-FR" dirty="0">
            <a:noFill/>
          </a:endParaRPr>
        </a:p>
      </dgm:t>
    </dgm:pt>
    <dgm:pt modelId="{56AD4DC3-1C77-410F-8E0A-F5A4E6A00205}" type="sibTrans" cxnId="{325ADECC-E6CC-42ED-9B2E-0B79DBA1AD7C}">
      <dgm:prSet/>
      <dgm:spPr/>
      <dgm:t>
        <a:bodyPr/>
        <a:lstStyle/>
        <a:p>
          <a:endParaRPr lang="fr-FR"/>
        </a:p>
      </dgm:t>
    </dgm:pt>
    <dgm:pt modelId="{D732668A-4F7B-4816-BE31-338908DDA8A9}" type="parTrans" cxnId="{325ADECC-E6CC-42ED-9B2E-0B79DBA1AD7C}">
      <dgm:prSet/>
      <dgm:spPr/>
      <dgm:t>
        <a:bodyPr/>
        <a:lstStyle/>
        <a:p>
          <a:endParaRPr lang="fr-FR"/>
        </a:p>
      </dgm:t>
    </dgm:pt>
    <dgm:pt modelId="{50450DEA-FD84-4112-8952-CC0715CBD7EA}">
      <dgm:prSet phldrT="[Text]"/>
      <dgm:spPr>
        <a:blipFill dpi="0" rotWithShape="0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dirty="0"/>
            <a:t> </a:t>
          </a:r>
        </a:p>
      </dgm:t>
    </dgm:pt>
    <dgm:pt modelId="{F6428F31-E086-47FB-9376-098F32FA766D}" type="sibTrans" cxnId="{348C9F96-A3C5-422F-9A6E-98F4736EB8B3}">
      <dgm:prSet/>
      <dgm:spPr/>
      <dgm:t>
        <a:bodyPr/>
        <a:lstStyle/>
        <a:p>
          <a:endParaRPr lang="fr-FR"/>
        </a:p>
      </dgm:t>
    </dgm:pt>
    <dgm:pt modelId="{EFCD3CC5-C7AF-4C04-9D94-46B9141CED8C}" type="parTrans" cxnId="{348C9F96-A3C5-422F-9A6E-98F4736EB8B3}">
      <dgm:prSet/>
      <dgm:spPr/>
      <dgm:t>
        <a:bodyPr/>
        <a:lstStyle/>
        <a:p>
          <a:endParaRPr lang="fr-FR"/>
        </a:p>
      </dgm:t>
    </dgm:pt>
    <dgm:pt modelId="{DABBA46C-05F7-4AAB-B5EE-FEC38257AC8A}" type="pres">
      <dgm:prSet presAssocID="{887970A9-63E4-429F-881D-B55D50AC4BA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51AF8B66-5501-4FB5-91C1-1055CE206185}" type="pres">
      <dgm:prSet presAssocID="{35C8CACA-A33D-4084-AA5D-8CE43599914F}" presName="Parent" presStyleLbl="node0" presStyleIdx="0" presStyleCnt="1">
        <dgm:presLayoutVars>
          <dgm:chMax val="6"/>
          <dgm:chPref val="6"/>
        </dgm:presLayoutVars>
      </dgm:prSet>
      <dgm:spPr/>
    </dgm:pt>
    <dgm:pt modelId="{4330DE0D-6376-4A0B-914A-E4BF640E3698}" type="pres">
      <dgm:prSet presAssocID="{ADBBF649-16E7-4BBC-BB24-CF133E617971}" presName="Accent1" presStyleCnt="0"/>
      <dgm:spPr/>
    </dgm:pt>
    <dgm:pt modelId="{1E1BBFA4-F6F9-42DA-8E5A-55579161D5EE}" type="pres">
      <dgm:prSet presAssocID="{ADBBF649-16E7-4BBC-BB24-CF133E617971}" presName="Accent" presStyleLbl="bgShp" presStyleIdx="0" presStyleCnt="6"/>
      <dgm:spPr/>
    </dgm:pt>
    <dgm:pt modelId="{5F14C7C9-F552-4DC9-AC74-D98450FA8450}" type="pres">
      <dgm:prSet presAssocID="{ADBBF649-16E7-4BBC-BB24-CF133E617971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A8CB21F7-F5A0-4904-9032-348DA55E4436}" type="pres">
      <dgm:prSet presAssocID="{50450DEA-FD84-4112-8952-CC0715CBD7EA}" presName="Accent2" presStyleCnt="0"/>
      <dgm:spPr/>
    </dgm:pt>
    <dgm:pt modelId="{C4B1CFB5-1D91-4156-9AA9-EB3A8D3D5C1D}" type="pres">
      <dgm:prSet presAssocID="{50450DEA-FD84-4112-8952-CC0715CBD7EA}" presName="Accent" presStyleLbl="bgShp" presStyleIdx="1" presStyleCnt="6"/>
      <dgm:spPr/>
    </dgm:pt>
    <dgm:pt modelId="{07FD56D3-3987-47F5-8387-407F4F48ADE4}" type="pres">
      <dgm:prSet presAssocID="{50450DEA-FD84-4112-8952-CC0715CBD7EA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3C1FC8E6-CBDF-4A69-89A4-50807899B7DA}" type="pres">
      <dgm:prSet presAssocID="{4B6FF3E8-BE83-49BE-8144-9A3675EA9CDC}" presName="Accent3" presStyleCnt="0"/>
      <dgm:spPr/>
    </dgm:pt>
    <dgm:pt modelId="{60812836-0E81-41E1-BD73-8F36B1971944}" type="pres">
      <dgm:prSet presAssocID="{4B6FF3E8-BE83-49BE-8144-9A3675EA9CDC}" presName="Accent" presStyleLbl="bgShp" presStyleIdx="2" presStyleCnt="6"/>
      <dgm:spPr/>
    </dgm:pt>
    <dgm:pt modelId="{F55408DA-E660-4FFA-A3A9-DEB1DDF17C72}" type="pres">
      <dgm:prSet presAssocID="{4B6FF3E8-BE83-49BE-8144-9A3675EA9CDC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08174D28-9B5A-46A2-905E-A94FC33B9C60}" type="pres">
      <dgm:prSet presAssocID="{B58F6A5B-54FD-4312-9115-E84648A9C312}" presName="Accent4" presStyleCnt="0"/>
      <dgm:spPr/>
    </dgm:pt>
    <dgm:pt modelId="{D087293E-7CF6-461E-A023-DA1113310202}" type="pres">
      <dgm:prSet presAssocID="{B58F6A5B-54FD-4312-9115-E84648A9C312}" presName="Accent" presStyleLbl="bgShp" presStyleIdx="3" presStyleCnt="6"/>
      <dgm:spPr/>
    </dgm:pt>
    <dgm:pt modelId="{2EDB5907-A2E5-43EB-B0D6-4EBBFEC21F3B}" type="pres">
      <dgm:prSet presAssocID="{B58F6A5B-54FD-4312-9115-E84648A9C312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16E5A04-07C7-41FD-B164-EDEC308B4429}" type="pres">
      <dgm:prSet presAssocID="{F0C37EDD-F44B-42CA-BA4C-C2DA8351ACC2}" presName="Accent5" presStyleCnt="0"/>
      <dgm:spPr/>
    </dgm:pt>
    <dgm:pt modelId="{25380232-2B96-4913-A5CF-822DFC2FB53F}" type="pres">
      <dgm:prSet presAssocID="{F0C37EDD-F44B-42CA-BA4C-C2DA8351ACC2}" presName="Accent" presStyleLbl="bgShp" presStyleIdx="4" presStyleCnt="6"/>
      <dgm:spPr/>
    </dgm:pt>
    <dgm:pt modelId="{7F2EEC76-5083-49D7-972C-2C9B29B1A05D}" type="pres">
      <dgm:prSet presAssocID="{F0C37EDD-F44B-42CA-BA4C-C2DA8351ACC2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F897B88-419D-4B2D-828A-F71F2F144F02}" type="pres">
      <dgm:prSet presAssocID="{3D6E0AB9-E4BF-4F8F-A289-FFA271B1C3D4}" presName="Accent6" presStyleCnt="0"/>
      <dgm:spPr/>
    </dgm:pt>
    <dgm:pt modelId="{5F5A16E7-ED8A-4894-84B1-47B206BC7394}" type="pres">
      <dgm:prSet presAssocID="{3D6E0AB9-E4BF-4F8F-A289-FFA271B1C3D4}" presName="Accent" presStyleLbl="bgShp" presStyleIdx="5" presStyleCnt="6"/>
      <dgm:spPr/>
    </dgm:pt>
    <dgm:pt modelId="{1CDADBE8-4C9F-452C-A75B-A5973B897257}" type="pres">
      <dgm:prSet presAssocID="{3D6E0AB9-E4BF-4F8F-A289-FFA271B1C3D4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5EFEE12B-1161-48F3-A905-0FA47F1E7B35}" type="presOf" srcId="{B58F6A5B-54FD-4312-9115-E84648A9C312}" destId="{2EDB5907-A2E5-43EB-B0D6-4EBBFEC21F3B}" srcOrd="0" destOrd="0" presId="urn:microsoft.com/office/officeart/2011/layout/HexagonRadial"/>
    <dgm:cxn modelId="{40926633-DBE7-4E65-BE02-4FF4855981C5}" srcId="{35C8CACA-A33D-4084-AA5D-8CE43599914F}" destId="{3D6E0AB9-E4BF-4F8F-A289-FFA271B1C3D4}" srcOrd="5" destOrd="0" parTransId="{D96EA407-AB39-4E38-B271-725BC7399ED0}" sibTransId="{D0952E52-4876-4012-96D1-F536E166B909}"/>
    <dgm:cxn modelId="{4700083B-E906-4E82-AFE5-FFB4A44E01BA}" srcId="{35C8CACA-A33D-4084-AA5D-8CE43599914F}" destId="{B58F6A5B-54FD-4312-9115-E84648A9C312}" srcOrd="3" destOrd="0" parTransId="{6489036E-E10D-4A09-BDC1-534C39F47C27}" sibTransId="{8000F367-E078-4193-B4FE-528F952D5782}"/>
    <dgm:cxn modelId="{478C1861-4523-446C-B679-F46926224C81}" srcId="{887970A9-63E4-429F-881D-B55D50AC4BA6}" destId="{35C8CACA-A33D-4084-AA5D-8CE43599914F}" srcOrd="0" destOrd="0" parTransId="{35A70A55-8659-4E34-B11F-F78A942882C0}" sibTransId="{19C1DF33-6DF1-4BCB-B56F-FA55E2CD6945}"/>
    <dgm:cxn modelId="{34B1A561-3107-4AE4-A258-67664B08D044}" type="presOf" srcId="{35C8CACA-A33D-4084-AA5D-8CE43599914F}" destId="{51AF8B66-5501-4FB5-91C1-1055CE206185}" srcOrd="0" destOrd="0" presId="urn:microsoft.com/office/officeart/2011/layout/HexagonRadial"/>
    <dgm:cxn modelId="{F1B9CF6E-41C3-4D71-BC95-55E4BDAE07AF}" srcId="{35C8CACA-A33D-4084-AA5D-8CE43599914F}" destId="{4B6FF3E8-BE83-49BE-8144-9A3675EA9CDC}" srcOrd="2" destOrd="0" parTransId="{B28926A1-D2FB-437C-BBCE-762E6180A87A}" sibTransId="{5C69D0E2-8756-49DD-89A4-7110DBA45234}"/>
    <dgm:cxn modelId="{7471ED58-99FE-4E08-A102-8A6899150E3B}" type="presOf" srcId="{F0C37EDD-F44B-42CA-BA4C-C2DA8351ACC2}" destId="{7F2EEC76-5083-49D7-972C-2C9B29B1A05D}" srcOrd="0" destOrd="0" presId="urn:microsoft.com/office/officeart/2011/layout/HexagonRadial"/>
    <dgm:cxn modelId="{91EBA77C-47B5-4422-9F90-223AD4706EE9}" srcId="{35C8CACA-A33D-4084-AA5D-8CE43599914F}" destId="{F0C37EDD-F44B-42CA-BA4C-C2DA8351ACC2}" srcOrd="4" destOrd="0" parTransId="{8732D7E7-77A2-472B-8F91-07E6B6D52CD0}" sibTransId="{7D74712D-47AD-4426-AC7B-077629BD9718}"/>
    <dgm:cxn modelId="{348C9F96-A3C5-422F-9A6E-98F4736EB8B3}" srcId="{35C8CACA-A33D-4084-AA5D-8CE43599914F}" destId="{50450DEA-FD84-4112-8952-CC0715CBD7EA}" srcOrd="1" destOrd="0" parTransId="{EFCD3CC5-C7AF-4C04-9D94-46B9141CED8C}" sibTransId="{F6428F31-E086-47FB-9376-098F32FA766D}"/>
    <dgm:cxn modelId="{0B64AF99-B431-4BA0-9829-678E6123F73C}" type="presOf" srcId="{887970A9-63E4-429F-881D-B55D50AC4BA6}" destId="{DABBA46C-05F7-4AAB-B5EE-FEC38257AC8A}" srcOrd="0" destOrd="0" presId="urn:microsoft.com/office/officeart/2011/layout/HexagonRadial"/>
    <dgm:cxn modelId="{E12EF3B5-0F55-4561-903D-E8D22FE0D733}" type="presOf" srcId="{3D6E0AB9-E4BF-4F8F-A289-FFA271B1C3D4}" destId="{1CDADBE8-4C9F-452C-A75B-A5973B897257}" srcOrd="0" destOrd="0" presId="urn:microsoft.com/office/officeart/2011/layout/HexagonRadial"/>
    <dgm:cxn modelId="{325ADECC-E6CC-42ED-9B2E-0B79DBA1AD7C}" srcId="{35C8CACA-A33D-4084-AA5D-8CE43599914F}" destId="{ADBBF649-16E7-4BBC-BB24-CF133E617971}" srcOrd="0" destOrd="0" parTransId="{D732668A-4F7B-4816-BE31-338908DDA8A9}" sibTransId="{56AD4DC3-1C77-410F-8E0A-F5A4E6A00205}"/>
    <dgm:cxn modelId="{025A14D2-93E1-4312-AEF1-A0289D29AC3A}" type="presOf" srcId="{50450DEA-FD84-4112-8952-CC0715CBD7EA}" destId="{07FD56D3-3987-47F5-8387-407F4F48ADE4}" srcOrd="0" destOrd="0" presId="urn:microsoft.com/office/officeart/2011/layout/HexagonRadial"/>
    <dgm:cxn modelId="{7B90FCD6-AB02-42F0-9003-9FCACE88ECFD}" type="presOf" srcId="{4B6FF3E8-BE83-49BE-8144-9A3675EA9CDC}" destId="{F55408DA-E660-4FFA-A3A9-DEB1DDF17C72}" srcOrd="0" destOrd="0" presId="urn:microsoft.com/office/officeart/2011/layout/HexagonRadial"/>
    <dgm:cxn modelId="{DDA685F6-3C69-46A7-B0E9-BED26791309E}" type="presOf" srcId="{ADBBF649-16E7-4BBC-BB24-CF133E617971}" destId="{5F14C7C9-F552-4DC9-AC74-D98450FA8450}" srcOrd="0" destOrd="0" presId="urn:microsoft.com/office/officeart/2011/layout/HexagonRadial"/>
    <dgm:cxn modelId="{CAFBECBA-9C74-4056-93E3-18EF4007DEDF}" type="presParOf" srcId="{DABBA46C-05F7-4AAB-B5EE-FEC38257AC8A}" destId="{51AF8B66-5501-4FB5-91C1-1055CE206185}" srcOrd="0" destOrd="0" presId="urn:microsoft.com/office/officeart/2011/layout/HexagonRadial"/>
    <dgm:cxn modelId="{9D09F921-35EE-4392-9494-076C7E884E17}" type="presParOf" srcId="{DABBA46C-05F7-4AAB-B5EE-FEC38257AC8A}" destId="{4330DE0D-6376-4A0B-914A-E4BF640E3698}" srcOrd="1" destOrd="0" presId="urn:microsoft.com/office/officeart/2011/layout/HexagonRadial"/>
    <dgm:cxn modelId="{394255CB-2A5C-4A5D-9F05-4C3721E8CA13}" type="presParOf" srcId="{4330DE0D-6376-4A0B-914A-E4BF640E3698}" destId="{1E1BBFA4-F6F9-42DA-8E5A-55579161D5EE}" srcOrd="0" destOrd="0" presId="urn:microsoft.com/office/officeart/2011/layout/HexagonRadial"/>
    <dgm:cxn modelId="{F15A6749-A0DD-4485-AC73-3DD3540281CB}" type="presParOf" srcId="{DABBA46C-05F7-4AAB-B5EE-FEC38257AC8A}" destId="{5F14C7C9-F552-4DC9-AC74-D98450FA8450}" srcOrd="2" destOrd="0" presId="urn:microsoft.com/office/officeart/2011/layout/HexagonRadial"/>
    <dgm:cxn modelId="{2961A29B-AC3F-48FB-9881-6D1D9A6789AA}" type="presParOf" srcId="{DABBA46C-05F7-4AAB-B5EE-FEC38257AC8A}" destId="{A8CB21F7-F5A0-4904-9032-348DA55E4436}" srcOrd="3" destOrd="0" presId="urn:microsoft.com/office/officeart/2011/layout/HexagonRadial"/>
    <dgm:cxn modelId="{C39CB05D-5396-45E0-A086-A9AE5DC5BA89}" type="presParOf" srcId="{A8CB21F7-F5A0-4904-9032-348DA55E4436}" destId="{C4B1CFB5-1D91-4156-9AA9-EB3A8D3D5C1D}" srcOrd="0" destOrd="0" presId="urn:microsoft.com/office/officeart/2011/layout/HexagonRadial"/>
    <dgm:cxn modelId="{94DD6F13-1C1F-4604-AAE0-5958CF038B75}" type="presParOf" srcId="{DABBA46C-05F7-4AAB-B5EE-FEC38257AC8A}" destId="{07FD56D3-3987-47F5-8387-407F4F48ADE4}" srcOrd="4" destOrd="0" presId="urn:microsoft.com/office/officeart/2011/layout/HexagonRadial"/>
    <dgm:cxn modelId="{9C1E8017-A948-4126-99BA-E08B8EA060F2}" type="presParOf" srcId="{DABBA46C-05F7-4AAB-B5EE-FEC38257AC8A}" destId="{3C1FC8E6-CBDF-4A69-89A4-50807899B7DA}" srcOrd="5" destOrd="0" presId="urn:microsoft.com/office/officeart/2011/layout/HexagonRadial"/>
    <dgm:cxn modelId="{DA020B0A-8D96-418A-8A82-46A204D0B012}" type="presParOf" srcId="{3C1FC8E6-CBDF-4A69-89A4-50807899B7DA}" destId="{60812836-0E81-41E1-BD73-8F36B1971944}" srcOrd="0" destOrd="0" presId="urn:microsoft.com/office/officeart/2011/layout/HexagonRadial"/>
    <dgm:cxn modelId="{325729A7-E0A2-4771-8D37-CDADE6B8B724}" type="presParOf" srcId="{DABBA46C-05F7-4AAB-B5EE-FEC38257AC8A}" destId="{F55408DA-E660-4FFA-A3A9-DEB1DDF17C72}" srcOrd="6" destOrd="0" presId="urn:microsoft.com/office/officeart/2011/layout/HexagonRadial"/>
    <dgm:cxn modelId="{A9EB4787-190F-42D2-9579-19685A79277A}" type="presParOf" srcId="{DABBA46C-05F7-4AAB-B5EE-FEC38257AC8A}" destId="{08174D28-9B5A-46A2-905E-A94FC33B9C60}" srcOrd="7" destOrd="0" presId="urn:microsoft.com/office/officeart/2011/layout/HexagonRadial"/>
    <dgm:cxn modelId="{CB45FF2A-F2C0-42FA-97D7-0040D9B7B093}" type="presParOf" srcId="{08174D28-9B5A-46A2-905E-A94FC33B9C60}" destId="{D087293E-7CF6-461E-A023-DA1113310202}" srcOrd="0" destOrd="0" presId="urn:microsoft.com/office/officeart/2011/layout/HexagonRadial"/>
    <dgm:cxn modelId="{7891F9CC-13DC-418B-AB49-FB3D5C2469E1}" type="presParOf" srcId="{DABBA46C-05F7-4AAB-B5EE-FEC38257AC8A}" destId="{2EDB5907-A2E5-43EB-B0D6-4EBBFEC21F3B}" srcOrd="8" destOrd="0" presId="urn:microsoft.com/office/officeart/2011/layout/HexagonRadial"/>
    <dgm:cxn modelId="{5C3CF36F-9AFF-4BF7-AC4E-FF0A82A2E5F1}" type="presParOf" srcId="{DABBA46C-05F7-4AAB-B5EE-FEC38257AC8A}" destId="{516E5A04-07C7-41FD-B164-EDEC308B4429}" srcOrd="9" destOrd="0" presId="urn:microsoft.com/office/officeart/2011/layout/HexagonRadial"/>
    <dgm:cxn modelId="{F7BE71FB-651A-45B1-A9F6-28921FE8CDC8}" type="presParOf" srcId="{516E5A04-07C7-41FD-B164-EDEC308B4429}" destId="{25380232-2B96-4913-A5CF-822DFC2FB53F}" srcOrd="0" destOrd="0" presId="urn:microsoft.com/office/officeart/2011/layout/HexagonRadial"/>
    <dgm:cxn modelId="{D02702A2-5AC4-489E-9DE2-DC69B0C579D6}" type="presParOf" srcId="{DABBA46C-05F7-4AAB-B5EE-FEC38257AC8A}" destId="{7F2EEC76-5083-49D7-972C-2C9B29B1A05D}" srcOrd="10" destOrd="0" presId="urn:microsoft.com/office/officeart/2011/layout/HexagonRadial"/>
    <dgm:cxn modelId="{B4D96874-1F30-45E8-A8BF-8ED51D1C9748}" type="presParOf" srcId="{DABBA46C-05F7-4AAB-B5EE-FEC38257AC8A}" destId="{4F897B88-419D-4B2D-828A-F71F2F144F02}" srcOrd="11" destOrd="0" presId="urn:microsoft.com/office/officeart/2011/layout/HexagonRadial"/>
    <dgm:cxn modelId="{EC92F792-5C73-47C3-B356-10587E5DC56D}" type="presParOf" srcId="{4F897B88-419D-4B2D-828A-F71F2F144F02}" destId="{5F5A16E7-ED8A-4894-84B1-47B206BC7394}" srcOrd="0" destOrd="0" presId="urn:microsoft.com/office/officeart/2011/layout/HexagonRadial"/>
    <dgm:cxn modelId="{F3196B65-D7F5-4452-BD55-406B0958D8B7}" type="presParOf" srcId="{DABBA46C-05F7-4AAB-B5EE-FEC38257AC8A}" destId="{1CDADBE8-4C9F-452C-A75B-A5973B897257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6D15FC-7785-481D-B94E-3B7F9F92E05F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8080E36-9106-4A2A-B935-DA015B5F86D3}">
      <dgm:prSet phldrT="[Text]"/>
      <dgm:spPr/>
      <dgm:t>
        <a:bodyPr/>
        <a:lstStyle/>
        <a:p>
          <a:r>
            <a:rPr lang="fr-FR" dirty="0"/>
            <a:t>W20</a:t>
          </a:r>
        </a:p>
      </dgm:t>
    </dgm:pt>
    <dgm:pt modelId="{C8529BE2-9097-45FD-9819-B0E2336507A5}" type="parTrans" cxnId="{CF7B65E6-EF89-4D95-B4FB-65075D110D4C}">
      <dgm:prSet/>
      <dgm:spPr/>
      <dgm:t>
        <a:bodyPr/>
        <a:lstStyle/>
        <a:p>
          <a:endParaRPr lang="fr-FR"/>
        </a:p>
      </dgm:t>
    </dgm:pt>
    <dgm:pt modelId="{919F6C38-2B69-43A7-A857-128CC4B422F4}" type="sibTrans" cxnId="{CF7B65E6-EF89-4D95-B4FB-65075D110D4C}">
      <dgm:prSet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3CEB40BB-4F34-4F8B-B132-76709D7716C5}">
      <dgm:prSet phldrT="[Text]"/>
      <dgm:spPr/>
      <dgm:t>
        <a:bodyPr/>
        <a:lstStyle/>
        <a:p>
          <a:r>
            <a:rPr lang="fr-FR" dirty="0"/>
            <a:t>W13</a:t>
          </a:r>
        </a:p>
      </dgm:t>
    </dgm:pt>
    <dgm:pt modelId="{A73EC1F2-24CB-41A1-A704-4CE1474D003F}" type="parTrans" cxnId="{E1E741BF-5C2B-4969-BAF1-FA773751B870}">
      <dgm:prSet/>
      <dgm:spPr/>
      <dgm:t>
        <a:bodyPr/>
        <a:lstStyle/>
        <a:p>
          <a:endParaRPr lang="fr-FR"/>
        </a:p>
      </dgm:t>
    </dgm:pt>
    <dgm:pt modelId="{416A8CE3-431A-4D9A-9ADF-A8FF43D2DC44}" type="sibTrans" cxnId="{E1E741BF-5C2B-4969-BAF1-FA773751B870}">
      <dgm:prSet/>
      <dgm:spPr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89AEEEA3-DB67-4E6D-B80E-DBCB97FB7276}">
      <dgm:prSet phldrT="[Text]"/>
      <dgm:spPr/>
      <dgm:t>
        <a:bodyPr/>
        <a:lstStyle/>
        <a:p>
          <a:r>
            <a:rPr lang="fr-FR" dirty="0"/>
            <a:t>W54</a:t>
          </a:r>
        </a:p>
      </dgm:t>
    </dgm:pt>
    <dgm:pt modelId="{C30718D6-810D-4533-80C9-8CE0A866046D}" type="parTrans" cxnId="{A0EF4B42-2B51-4178-94AB-8BAE72534166}">
      <dgm:prSet/>
      <dgm:spPr/>
      <dgm:t>
        <a:bodyPr/>
        <a:lstStyle/>
        <a:p>
          <a:endParaRPr lang="fr-FR"/>
        </a:p>
      </dgm:t>
    </dgm:pt>
    <dgm:pt modelId="{63083A99-19BF-45AB-B0A4-CC5E1814DEB2}" type="sibTrans" cxnId="{A0EF4B42-2B51-4178-94AB-8BAE72534166}">
      <dgm:prSet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DC2E7701-2049-4A90-84BC-637F8E1ADE2B}" type="pres">
      <dgm:prSet presAssocID="{3A6D15FC-7785-481D-B94E-3B7F9F92E05F}" presName="Name0" presStyleCnt="0">
        <dgm:presLayoutVars>
          <dgm:chMax/>
          <dgm:chPref/>
          <dgm:dir/>
          <dgm:animLvl val="lvl"/>
        </dgm:presLayoutVars>
      </dgm:prSet>
      <dgm:spPr/>
    </dgm:pt>
    <dgm:pt modelId="{F5520BBB-5458-4BF1-BC62-6C2168398D8B}" type="pres">
      <dgm:prSet presAssocID="{08080E36-9106-4A2A-B935-DA015B5F86D3}" presName="composite" presStyleCnt="0"/>
      <dgm:spPr/>
    </dgm:pt>
    <dgm:pt modelId="{70C24168-7140-450C-B928-A215EEE8A71B}" type="pres">
      <dgm:prSet presAssocID="{08080E36-9106-4A2A-B935-DA015B5F86D3}" presName="Parent1" presStyleLbl="node1" presStyleIdx="0" presStyleCnt="6" custLinFactNeighborX="27685" custLinFactNeighborY="-8860">
        <dgm:presLayoutVars>
          <dgm:chMax val="1"/>
          <dgm:chPref val="1"/>
          <dgm:bulletEnabled val="1"/>
        </dgm:presLayoutVars>
      </dgm:prSet>
      <dgm:spPr/>
    </dgm:pt>
    <dgm:pt modelId="{6BBE0184-623C-4433-86EA-B88B891CFE7F}" type="pres">
      <dgm:prSet presAssocID="{08080E36-9106-4A2A-B935-DA015B5F86D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4C4CE40-90C0-4C61-8DEB-B99D46CB741A}" type="pres">
      <dgm:prSet presAssocID="{08080E36-9106-4A2A-B935-DA015B5F86D3}" presName="BalanceSpacing" presStyleCnt="0"/>
      <dgm:spPr/>
    </dgm:pt>
    <dgm:pt modelId="{36C553A3-7737-426D-8BA4-3AB387ADDDCC}" type="pres">
      <dgm:prSet presAssocID="{08080E36-9106-4A2A-B935-DA015B5F86D3}" presName="BalanceSpacing1" presStyleCnt="0"/>
      <dgm:spPr/>
    </dgm:pt>
    <dgm:pt modelId="{A26EF27C-8D75-4126-9776-7B3DE2EDF83E}" type="pres">
      <dgm:prSet presAssocID="{919F6C38-2B69-43A7-A857-128CC4B422F4}" presName="Accent1Text" presStyleLbl="node1" presStyleIdx="1" presStyleCnt="6" custScaleX="198629" custScaleY="169002" custLinFactNeighborX="-20648" custLinFactNeighborY="-9014"/>
      <dgm:spPr>
        <a:prstGeom prst="flowChartConnector">
          <a:avLst/>
        </a:prstGeom>
      </dgm:spPr>
    </dgm:pt>
    <dgm:pt modelId="{84EAFF77-2B77-4DF5-815D-A609017BCEA7}" type="pres">
      <dgm:prSet presAssocID="{919F6C38-2B69-43A7-A857-128CC4B422F4}" presName="spaceBetweenRectangles" presStyleCnt="0"/>
      <dgm:spPr/>
    </dgm:pt>
    <dgm:pt modelId="{F5127681-C684-4A2E-B364-51451932234A}" type="pres">
      <dgm:prSet presAssocID="{3CEB40BB-4F34-4F8B-B132-76709D7716C5}" presName="composite" presStyleCnt="0"/>
      <dgm:spPr/>
    </dgm:pt>
    <dgm:pt modelId="{86788B37-4021-46D1-9DC7-3EE9F1C94024}" type="pres">
      <dgm:prSet presAssocID="{3CEB40BB-4F34-4F8B-B132-76709D7716C5}" presName="Parent1" presStyleLbl="node1" presStyleIdx="2" presStyleCnt="6" custLinFactNeighborX="-23396" custLinFactNeighborY="-6942">
        <dgm:presLayoutVars>
          <dgm:chMax val="1"/>
          <dgm:chPref val="1"/>
          <dgm:bulletEnabled val="1"/>
        </dgm:presLayoutVars>
      </dgm:prSet>
      <dgm:spPr/>
    </dgm:pt>
    <dgm:pt modelId="{51201113-00A9-4A55-9809-446E16C4567E}" type="pres">
      <dgm:prSet presAssocID="{3CEB40BB-4F34-4F8B-B132-76709D7716C5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3DAF5A0-4EF6-46B2-B09F-25128E9D37C1}" type="pres">
      <dgm:prSet presAssocID="{3CEB40BB-4F34-4F8B-B132-76709D7716C5}" presName="BalanceSpacing" presStyleCnt="0"/>
      <dgm:spPr/>
    </dgm:pt>
    <dgm:pt modelId="{4535EC02-EC20-4B05-9B8C-1FE49FF26606}" type="pres">
      <dgm:prSet presAssocID="{3CEB40BB-4F34-4F8B-B132-76709D7716C5}" presName="BalanceSpacing1" presStyleCnt="0"/>
      <dgm:spPr/>
    </dgm:pt>
    <dgm:pt modelId="{3F54C20F-6867-4BD8-9186-59CDCD8B66A1}" type="pres">
      <dgm:prSet presAssocID="{416A8CE3-431A-4D9A-9ADF-A8FF43D2DC44}" presName="Accent1Text" presStyleLbl="node1" presStyleIdx="3" presStyleCnt="6" custScaleX="184707" custScaleY="151281" custLinFactNeighborX="21058" custLinFactNeighborY="-4604"/>
      <dgm:spPr>
        <a:prstGeom prst="flowChartConnector">
          <a:avLst/>
        </a:prstGeom>
      </dgm:spPr>
    </dgm:pt>
    <dgm:pt modelId="{A655FACA-19F8-471E-836D-9ADD96B615D2}" type="pres">
      <dgm:prSet presAssocID="{416A8CE3-431A-4D9A-9ADF-A8FF43D2DC44}" presName="spaceBetweenRectangles" presStyleCnt="0"/>
      <dgm:spPr/>
    </dgm:pt>
    <dgm:pt modelId="{9B23517B-2B73-46AD-A2F9-FDE78B0A9D5D}" type="pres">
      <dgm:prSet presAssocID="{89AEEEA3-DB67-4E6D-B80E-DBCB97FB7276}" presName="composite" presStyleCnt="0"/>
      <dgm:spPr/>
    </dgm:pt>
    <dgm:pt modelId="{EB241F20-8E09-45EE-9562-47D1A6F4609E}" type="pres">
      <dgm:prSet presAssocID="{89AEEEA3-DB67-4E6D-B80E-DBCB97FB7276}" presName="Parent1" presStyleLbl="node1" presStyleIdx="4" presStyleCnt="6" custLinFactNeighborX="56800">
        <dgm:presLayoutVars>
          <dgm:chMax val="1"/>
          <dgm:chPref val="1"/>
          <dgm:bulletEnabled val="1"/>
        </dgm:presLayoutVars>
      </dgm:prSet>
      <dgm:spPr/>
    </dgm:pt>
    <dgm:pt modelId="{E3B7B1B0-9625-492A-BC5A-CAFAFD3174EB}" type="pres">
      <dgm:prSet presAssocID="{89AEEEA3-DB67-4E6D-B80E-DBCB97FB727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33CE130F-CD38-4329-899A-6895E5D18371}" type="pres">
      <dgm:prSet presAssocID="{89AEEEA3-DB67-4E6D-B80E-DBCB97FB7276}" presName="BalanceSpacing" presStyleCnt="0"/>
      <dgm:spPr/>
    </dgm:pt>
    <dgm:pt modelId="{338423EE-0E54-4B22-BDB6-9DAD4F607F06}" type="pres">
      <dgm:prSet presAssocID="{89AEEEA3-DB67-4E6D-B80E-DBCB97FB7276}" presName="BalanceSpacing1" presStyleCnt="0"/>
      <dgm:spPr/>
    </dgm:pt>
    <dgm:pt modelId="{04D90014-2FE4-4960-9C52-E6E13ED8CCFB}" type="pres">
      <dgm:prSet presAssocID="{63083A99-19BF-45AB-B0A4-CC5E1814DEB2}" presName="Accent1Text" presStyleLbl="node1" presStyleIdx="5" presStyleCnt="6" custScaleX="213594" custScaleY="181488" custLinFactNeighborX="0" custLinFactNeighborY="94"/>
      <dgm:spPr>
        <a:prstGeom prst="flowChartConnector">
          <a:avLst/>
        </a:prstGeom>
      </dgm:spPr>
    </dgm:pt>
  </dgm:ptLst>
  <dgm:cxnLst>
    <dgm:cxn modelId="{333DCD10-04CA-4427-8226-B5CA9FB4D168}" type="presOf" srcId="{3CEB40BB-4F34-4F8B-B132-76709D7716C5}" destId="{86788B37-4021-46D1-9DC7-3EE9F1C94024}" srcOrd="0" destOrd="0" presId="urn:microsoft.com/office/officeart/2008/layout/AlternatingHexagons"/>
    <dgm:cxn modelId="{77815427-2F2A-45F4-AD3E-4F7A821DA0A3}" type="presOf" srcId="{08080E36-9106-4A2A-B935-DA015B5F86D3}" destId="{70C24168-7140-450C-B928-A215EEE8A71B}" srcOrd="0" destOrd="0" presId="urn:microsoft.com/office/officeart/2008/layout/AlternatingHexagons"/>
    <dgm:cxn modelId="{A0EF4B42-2B51-4178-94AB-8BAE72534166}" srcId="{3A6D15FC-7785-481D-B94E-3B7F9F92E05F}" destId="{89AEEEA3-DB67-4E6D-B80E-DBCB97FB7276}" srcOrd="2" destOrd="0" parTransId="{C30718D6-810D-4533-80C9-8CE0A866046D}" sibTransId="{63083A99-19BF-45AB-B0A4-CC5E1814DEB2}"/>
    <dgm:cxn modelId="{08338F63-500C-4A25-9816-6B46AC94B2EC}" type="presOf" srcId="{3A6D15FC-7785-481D-B94E-3B7F9F92E05F}" destId="{DC2E7701-2049-4A90-84BC-637F8E1ADE2B}" srcOrd="0" destOrd="0" presId="urn:microsoft.com/office/officeart/2008/layout/AlternatingHexagons"/>
    <dgm:cxn modelId="{D2A3484D-E3F7-4516-BC5E-99649C7349B6}" type="presOf" srcId="{416A8CE3-431A-4D9A-9ADF-A8FF43D2DC44}" destId="{3F54C20F-6867-4BD8-9186-59CDCD8B66A1}" srcOrd="0" destOrd="0" presId="urn:microsoft.com/office/officeart/2008/layout/AlternatingHexagons"/>
    <dgm:cxn modelId="{89C8F08C-96F2-411A-8F60-42FD54E4C6C7}" type="presOf" srcId="{919F6C38-2B69-43A7-A857-128CC4B422F4}" destId="{A26EF27C-8D75-4126-9776-7B3DE2EDF83E}" srcOrd="0" destOrd="0" presId="urn:microsoft.com/office/officeart/2008/layout/AlternatingHexagons"/>
    <dgm:cxn modelId="{E1E741BF-5C2B-4969-BAF1-FA773751B870}" srcId="{3A6D15FC-7785-481D-B94E-3B7F9F92E05F}" destId="{3CEB40BB-4F34-4F8B-B132-76709D7716C5}" srcOrd="1" destOrd="0" parTransId="{A73EC1F2-24CB-41A1-A704-4CE1474D003F}" sibTransId="{416A8CE3-431A-4D9A-9ADF-A8FF43D2DC44}"/>
    <dgm:cxn modelId="{BC9DB4D2-FF92-43E7-BA11-86E7240AAC09}" type="presOf" srcId="{63083A99-19BF-45AB-B0A4-CC5E1814DEB2}" destId="{04D90014-2FE4-4960-9C52-E6E13ED8CCFB}" srcOrd="0" destOrd="0" presId="urn:microsoft.com/office/officeart/2008/layout/AlternatingHexagons"/>
    <dgm:cxn modelId="{CF7B65E6-EF89-4D95-B4FB-65075D110D4C}" srcId="{3A6D15FC-7785-481D-B94E-3B7F9F92E05F}" destId="{08080E36-9106-4A2A-B935-DA015B5F86D3}" srcOrd="0" destOrd="0" parTransId="{C8529BE2-9097-45FD-9819-B0E2336507A5}" sibTransId="{919F6C38-2B69-43A7-A857-128CC4B422F4}"/>
    <dgm:cxn modelId="{C2A6AEED-94C3-4A8F-82FE-81FBD8F66ECF}" type="presOf" srcId="{89AEEEA3-DB67-4E6D-B80E-DBCB97FB7276}" destId="{EB241F20-8E09-45EE-9562-47D1A6F4609E}" srcOrd="0" destOrd="0" presId="urn:microsoft.com/office/officeart/2008/layout/AlternatingHexagons"/>
    <dgm:cxn modelId="{DF0F7A9A-BEBC-4E02-83DC-A8BA22060D41}" type="presParOf" srcId="{DC2E7701-2049-4A90-84BC-637F8E1ADE2B}" destId="{F5520BBB-5458-4BF1-BC62-6C2168398D8B}" srcOrd="0" destOrd="0" presId="urn:microsoft.com/office/officeart/2008/layout/AlternatingHexagons"/>
    <dgm:cxn modelId="{75680F2A-EADC-4128-8104-4EAB49C24A60}" type="presParOf" srcId="{F5520BBB-5458-4BF1-BC62-6C2168398D8B}" destId="{70C24168-7140-450C-B928-A215EEE8A71B}" srcOrd="0" destOrd="0" presId="urn:microsoft.com/office/officeart/2008/layout/AlternatingHexagons"/>
    <dgm:cxn modelId="{808738B7-5841-47B7-95E6-34FA0972C130}" type="presParOf" srcId="{F5520BBB-5458-4BF1-BC62-6C2168398D8B}" destId="{6BBE0184-623C-4433-86EA-B88B891CFE7F}" srcOrd="1" destOrd="0" presId="urn:microsoft.com/office/officeart/2008/layout/AlternatingHexagons"/>
    <dgm:cxn modelId="{E87EC105-E43A-4FBA-A257-82A5EBA4CD4E}" type="presParOf" srcId="{F5520BBB-5458-4BF1-BC62-6C2168398D8B}" destId="{64C4CE40-90C0-4C61-8DEB-B99D46CB741A}" srcOrd="2" destOrd="0" presId="urn:microsoft.com/office/officeart/2008/layout/AlternatingHexagons"/>
    <dgm:cxn modelId="{BAA7EA65-E551-4ADC-96C8-10CCFCCC0834}" type="presParOf" srcId="{F5520BBB-5458-4BF1-BC62-6C2168398D8B}" destId="{36C553A3-7737-426D-8BA4-3AB387ADDDCC}" srcOrd="3" destOrd="0" presId="urn:microsoft.com/office/officeart/2008/layout/AlternatingHexagons"/>
    <dgm:cxn modelId="{79261C21-C2F1-4B74-BA56-43224D64A9BE}" type="presParOf" srcId="{F5520BBB-5458-4BF1-BC62-6C2168398D8B}" destId="{A26EF27C-8D75-4126-9776-7B3DE2EDF83E}" srcOrd="4" destOrd="0" presId="urn:microsoft.com/office/officeart/2008/layout/AlternatingHexagons"/>
    <dgm:cxn modelId="{2BA1DDBA-A78E-432B-A473-A7AC77E7C556}" type="presParOf" srcId="{DC2E7701-2049-4A90-84BC-637F8E1ADE2B}" destId="{84EAFF77-2B77-4DF5-815D-A609017BCEA7}" srcOrd="1" destOrd="0" presId="urn:microsoft.com/office/officeart/2008/layout/AlternatingHexagons"/>
    <dgm:cxn modelId="{053AEE2F-8C4F-4980-B8FE-1F3E9A319A10}" type="presParOf" srcId="{DC2E7701-2049-4A90-84BC-637F8E1ADE2B}" destId="{F5127681-C684-4A2E-B364-51451932234A}" srcOrd="2" destOrd="0" presId="urn:microsoft.com/office/officeart/2008/layout/AlternatingHexagons"/>
    <dgm:cxn modelId="{F16C36F8-04A6-4A18-ADC5-A7327C2BD83B}" type="presParOf" srcId="{F5127681-C684-4A2E-B364-51451932234A}" destId="{86788B37-4021-46D1-9DC7-3EE9F1C94024}" srcOrd="0" destOrd="0" presId="urn:microsoft.com/office/officeart/2008/layout/AlternatingHexagons"/>
    <dgm:cxn modelId="{CE337F8C-6231-4FEB-8A2C-809792A09BC7}" type="presParOf" srcId="{F5127681-C684-4A2E-B364-51451932234A}" destId="{51201113-00A9-4A55-9809-446E16C4567E}" srcOrd="1" destOrd="0" presId="urn:microsoft.com/office/officeart/2008/layout/AlternatingHexagons"/>
    <dgm:cxn modelId="{3141BD29-FE6A-4CE5-806F-2159A1BA2830}" type="presParOf" srcId="{F5127681-C684-4A2E-B364-51451932234A}" destId="{C3DAF5A0-4EF6-46B2-B09F-25128E9D37C1}" srcOrd="2" destOrd="0" presId="urn:microsoft.com/office/officeart/2008/layout/AlternatingHexagons"/>
    <dgm:cxn modelId="{83094652-921B-401A-816A-5102A7168230}" type="presParOf" srcId="{F5127681-C684-4A2E-B364-51451932234A}" destId="{4535EC02-EC20-4B05-9B8C-1FE49FF26606}" srcOrd="3" destOrd="0" presId="urn:microsoft.com/office/officeart/2008/layout/AlternatingHexagons"/>
    <dgm:cxn modelId="{0B0BB55B-CFB9-4649-9C1B-C95AD5A6AE1A}" type="presParOf" srcId="{F5127681-C684-4A2E-B364-51451932234A}" destId="{3F54C20F-6867-4BD8-9186-59CDCD8B66A1}" srcOrd="4" destOrd="0" presId="urn:microsoft.com/office/officeart/2008/layout/AlternatingHexagons"/>
    <dgm:cxn modelId="{A89B3D57-E57F-4631-AA7F-88FB748798C6}" type="presParOf" srcId="{DC2E7701-2049-4A90-84BC-637F8E1ADE2B}" destId="{A655FACA-19F8-471E-836D-9ADD96B615D2}" srcOrd="3" destOrd="0" presId="urn:microsoft.com/office/officeart/2008/layout/AlternatingHexagons"/>
    <dgm:cxn modelId="{241E5C58-BA9E-408E-A6AC-E8EED1DE68A1}" type="presParOf" srcId="{DC2E7701-2049-4A90-84BC-637F8E1ADE2B}" destId="{9B23517B-2B73-46AD-A2F9-FDE78B0A9D5D}" srcOrd="4" destOrd="0" presId="urn:microsoft.com/office/officeart/2008/layout/AlternatingHexagons"/>
    <dgm:cxn modelId="{031154B9-EBF7-4404-852E-5D4CBC78BBF3}" type="presParOf" srcId="{9B23517B-2B73-46AD-A2F9-FDE78B0A9D5D}" destId="{EB241F20-8E09-45EE-9562-47D1A6F4609E}" srcOrd="0" destOrd="0" presId="urn:microsoft.com/office/officeart/2008/layout/AlternatingHexagons"/>
    <dgm:cxn modelId="{CA62A58B-FEFF-4332-A4A9-67A7D7E6260A}" type="presParOf" srcId="{9B23517B-2B73-46AD-A2F9-FDE78B0A9D5D}" destId="{E3B7B1B0-9625-492A-BC5A-CAFAFD3174EB}" srcOrd="1" destOrd="0" presId="urn:microsoft.com/office/officeart/2008/layout/AlternatingHexagons"/>
    <dgm:cxn modelId="{5255D364-3352-4873-8B3F-532584557435}" type="presParOf" srcId="{9B23517B-2B73-46AD-A2F9-FDE78B0A9D5D}" destId="{33CE130F-CD38-4329-899A-6895E5D18371}" srcOrd="2" destOrd="0" presId="urn:microsoft.com/office/officeart/2008/layout/AlternatingHexagons"/>
    <dgm:cxn modelId="{4A231AF0-6A34-4BFD-9859-2B2A960C7159}" type="presParOf" srcId="{9B23517B-2B73-46AD-A2F9-FDE78B0A9D5D}" destId="{338423EE-0E54-4B22-BDB6-9DAD4F607F06}" srcOrd="3" destOrd="0" presId="urn:microsoft.com/office/officeart/2008/layout/AlternatingHexagons"/>
    <dgm:cxn modelId="{AC46C3DC-5C90-4EDF-888C-0F7A4C1F9474}" type="presParOf" srcId="{9B23517B-2B73-46AD-A2F9-FDE78B0A9D5D}" destId="{04D90014-2FE4-4960-9C52-E6E13ED8CCFB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5A1328-0B56-4DEA-816A-FC982934E383}" type="doc">
      <dgm:prSet loTypeId="urn:microsoft.com/office/officeart/2008/layout/BendingPictureCaption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3C3CF3C-EAD1-40E2-9C65-D614CC6BCA05}">
      <dgm:prSet phldrT="[Text]"/>
      <dgm:spPr/>
      <dgm:t>
        <a:bodyPr/>
        <a:lstStyle/>
        <a:p>
          <a:r>
            <a:rPr lang="fr-FR" dirty="0"/>
            <a:t>Structure crystalline de </a:t>
          </a:r>
          <a:r>
            <a:rPr lang="en-US" dirty="0" err="1"/>
            <a:t>départ</a:t>
          </a:r>
          <a:endParaRPr lang="fr-FR" dirty="0"/>
        </a:p>
      </dgm:t>
    </dgm:pt>
    <dgm:pt modelId="{7160D38D-00C2-44AE-B9B7-BB9A491B0BEA}" type="parTrans" cxnId="{1AD8E691-297A-4E01-B12D-253A7D058FA7}">
      <dgm:prSet/>
      <dgm:spPr/>
      <dgm:t>
        <a:bodyPr/>
        <a:lstStyle/>
        <a:p>
          <a:endParaRPr lang="fr-FR"/>
        </a:p>
      </dgm:t>
    </dgm:pt>
    <dgm:pt modelId="{8B97FAEF-50B2-4FD2-9379-44D98D4A8D2C}" type="sibTrans" cxnId="{1AD8E691-297A-4E01-B12D-253A7D058FA7}">
      <dgm:prSet/>
      <dgm:spPr/>
      <dgm:t>
        <a:bodyPr/>
        <a:lstStyle/>
        <a:p>
          <a:endParaRPr lang="fr-FR"/>
        </a:p>
      </dgm:t>
    </dgm:pt>
    <dgm:pt modelId="{0A860FDD-4F20-4447-B81E-601F6A295C72}">
      <dgm:prSet phldrT="[Text]"/>
      <dgm:spPr/>
      <dgm:t>
        <a:bodyPr/>
        <a:lstStyle/>
        <a:p>
          <a:r>
            <a:rPr lang="fr-FR" dirty="0"/>
            <a:t>Structure obtenue </a:t>
          </a:r>
          <a:r>
            <a:rPr lang="en-US" dirty="0"/>
            <a:t>après la CRC</a:t>
          </a:r>
          <a:endParaRPr lang="fr-FR" dirty="0"/>
        </a:p>
      </dgm:t>
    </dgm:pt>
    <dgm:pt modelId="{BCC7EDF1-7450-4F6A-8FD9-28D8BE1B89A0}" type="parTrans" cxnId="{BF93B992-28CF-44AD-B870-2DCD737A486F}">
      <dgm:prSet/>
      <dgm:spPr/>
      <dgm:t>
        <a:bodyPr/>
        <a:lstStyle/>
        <a:p>
          <a:endParaRPr lang="fr-FR"/>
        </a:p>
      </dgm:t>
    </dgm:pt>
    <dgm:pt modelId="{90AC789D-A6B6-44E2-A4AB-E9B345B341C2}" type="sibTrans" cxnId="{BF93B992-28CF-44AD-B870-2DCD737A486F}">
      <dgm:prSet/>
      <dgm:spPr/>
      <dgm:t>
        <a:bodyPr/>
        <a:lstStyle/>
        <a:p>
          <a:endParaRPr lang="fr-FR"/>
        </a:p>
      </dgm:t>
    </dgm:pt>
    <dgm:pt modelId="{580A5292-6665-4CFD-8C0C-F50B94135DFC}" type="pres">
      <dgm:prSet presAssocID="{9C5A1328-0B56-4DEA-816A-FC982934E383}" presName="diagram" presStyleCnt="0">
        <dgm:presLayoutVars>
          <dgm:dir/>
        </dgm:presLayoutVars>
      </dgm:prSet>
      <dgm:spPr/>
    </dgm:pt>
    <dgm:pt modelId="{856928DA-2613-4AF7-A8D4-B262FD6ED978}" type="pres">
      <dgm:prSet presAssocID="{53C3CF3C-EAD1-40E2-9C65-D614CC6BCA05}" presName="composite" presStyleCnt="0"/>
      <dgm:spPr/>
    </dgm:pt>
    <dgm:pt modelId="{177FD7CF-92C0-4B4A-A860-76CEDE7C9B11}" type="pres">
      <dgm:prSet presAssocID="{53C3CF3C-EAD1-40E2-9C65-D614CC6BCA05}" presName="Image" presStyleLbl="bgShp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41DD84D8-236F-43EF-ADAC-F67A8F587414}" type="pres">
      <dgm:prSet presAssocID="{53C3CF3C-EAD1-40E2-9C65-D614CC6BCA05}" presName="Parent" presStyleLbl="node0" presStyleIdx="0" presStyleCnt="2">
        <dgm:presLayoutVars>
          <dgm:bulletEnabled val="1"/>
        </dgm:presLayoutVars>
      </dgm:prSet>
      <dgm:spPr/>
    </dgm:pt>
    <dgm:pt modelId="{FC371654-A372-4AE0-A00B-CA2ED9FD92AF}" type="pres">
      <dgm:prSet presAssocID="{8B97FAEF-50B2-4FD2-9379-44D98D4A8D2C}" presName="sibTrans" presStyleCnt="0"/>
      <dgm:spPr/>
    </dgm:pt>
    <dgm:pt modelId="{E84DDB7E-EB7C-41FC-9FBA-23E2CAFF696D}" type="pres">
      <dgm:prSet presAssocID="{0A860FDD-4F20-4447-B81E-601F6A295C72}" presName="composite" presStyleCnt="0"/>
      <dgm:spPr/>
    </dgm:pt>
    <dgm:pt modelId="{B29189A0-D4D1-4C64-A826-A2B3A025F706}" type="pres">
      <dgm:prSet presAssocID="{0A860FDD-4F20-4447-B81E-601F6A295C72}" presName="Image" presStyleLbl="bgShp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E1F63A8C-DD28-45E9-A685-F39DFA63830B}" type="pres">
      <dgm:prSet presAssocID="{0A860FDD-4F20-4447-B81E-601F6A295C72}" presName="Parent" presStyleLbl="node0" presStyleIdx="1" presStyleCnt="2">
        <dgm:presLayoutVars>
          <dgm:bulletEnabled val="1"/>
        </dgm:presLayoutVars>
      </dgm:prSet>
      <dgm:spPr/>
    </dgm:pt>
  </dgm:ptLst>
  <dgm:cxnLst>
    <dgm:cxn modelId="{05AB4115-E196-4334-AC00-6161BBE12D7E}" type="presOf" srcId="{9C5A1328-0B56-4DEA-816A-FC982934E383}" destId="{580A5292-6665-4CFD-8C0C-F50B94135DFC}" srcOrd="0" destOrd="0" presId="urn:microsoft.com/office/officeart/2008/layout/BendingPictureCaption"/>
    <dgm:cxn modelId="{1AD8E691-297A-4E01-B12D-253A7D058FA7}" srcId="{9C5A1328-0B56-4DEA-816A-FC982934E383}" destId="{53C3CF3C-EAD1-40E2-9C65-D614CC6BCA05}" srcOrd="0" destOrd="0" parTransId="{7160D38D-00C2-44AE-B9B7-BB9A491B0BEA}" sibTransId="{8B97FAEF-50B2-4FD2-9379-44D98D4A8D2C}"/>
    <dgm:cxn modelId="{BF93B992-28CF-44AD-B870-2DCD737A486F}" srcId="{9C5A1328-0B56-4DEA-816A-FC982934E383}" destId="{0A860FDD-4F20-4447-B81E-601F6A295C72}" srcOrd="1" destOrd="0" parTransId="{BCC7EDF1-7450-4F6A-8FD9-28D8BE1B89A0}" sibTransId="{90AC789D-A6B6-44E2-A4AB-E9B345B341C2}"/>
    <dgm:cxn modelId="{63C4FFC3-7F33-4C3D-8CEC-24C0074568AD}" type="presOf" srcId="{53C3CF3C-EAD1-40E2-9C65-D614CC6BCA05}" destId="{41DD84D8-236F-43EF-ADAC-F67A8F587414}" srcOrd="0" destOrd="0" presId="urn:microsoft.com/office/officeart/2008/layout/BendingPictureCaption"/>
    <dgm:cxn modelId="{D4E0EBE5-52A0-4AE2-B2ED-21F82F94A839}" type="presOf" srcId="{0A860FDD-4F20-4447-B81E-601F6A295C72}" destId="{E1F63A8C-DD28-45E9-A685-F39DFA63830B}" srcOrd="0" destOrd="0" presId="urn:microsoft.com/office/officeart/2008/layout/BendingPictureCaption"/>
    <dgm:cxn modelId="{D6A532A9-EDDD-45E7-8C7A-A251413951DB}" type="presParOf" srcId="{580A5292-6665-4CFD-8C0C-F50B94135DFC}" destId="{856928DA-2613-4AF7-A8D4-B262FD6ED978}" srcOrd="0" destOrd="0" presId="urn:microsoft.com/office/officeart/2008/layout/BendingPictureCaption"/>
    <dgm:cxn modelId="{1CCC3F80-8602-4F82-9095-DA8C7D04FD89}" type="presParOf" srcId="{856928DA-2613-4AF7-A8D4-B262FD6ED978}" destId="{177FD7CF-92C0-4B4A-A860-76CEDE7C9B11}" srcOrd="0" destOrd="0" presId="urn:microsoft.com/office/officeart/2008/layout/BendingPictureCaption"/>
    <dgm:cxn modelId="{69BD4C06-965D-45F0-AD2D-226A40969F80}" type="presParOf" srcId="{856928DA-2613-4AF7-A8D4-B262FD6ED978}" destId="{41DD84D8-236F-43EF-ADAC-F67A8F587414}" srcOrd="1" destOrd="0" presId="urn:microsoft.com/office/officeart/2008/layout/BendingPictureCaption"/>
    <dgm:cxn modelId="{8B826926-A8F8-49EB-9098-60516E268393}" type="presParOf" srcId="{580A5292-6665-4CFD-8C0C-F50B94135DFC}" destId="{FC371654-A372-4AE0-A00B-CA2ED9FD92AF}" srcOrd="1" destOrd="0" presId="urn:microsoft.com/office/officeart/2008/layout/BendingPictureCaption"/>
    <dgm:cxn modelId="{BBCF713F-CDB0-42F9-A290-14A94FF82474}" type="presParOf" srcId="{580A5292-6665-4CFD-8C0C-F50B94135DFC}" destId="{E84DDB7E-EB7C-41FC-9FBA-23E2CAFF696D}" srcOrd="2" destOrd="0" presId="urn:microsoft.com/office/officeart/2008/layout/BendingPictureCaption"/>
    <dgm:cxn modelId="{1254F8E4-1719-4D1D-8829-A267EE998894}" type="presParOf" srcId="{E84DDB7E-EB7C-41FC-9FBA-23E2CAFF696D}" destId="{B29189A0-D4D1-4C64-A826-A2B3A025F706}" srcOrd="0" destOrd="0" presId="urn:microsoft.com/office/officeart/2008/layout/BendingPictureCaption"/>
    <dgm:cxn modelId="{F91E26E3-7545-4517-918A-B0A34D8AB4BF}" type="presParOf" srcId="{E84DDB7E-EB7C-41FC-9FBA-23E2CAFF696D}" destId="{E1F63A8C-DD28-45E9-A685-F39DFA63830B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02DDB-1753-4321-AA00-E5BD5E8C7AD0}">
      <dsp:nvSpPr>
        <dsp:cNvPr id="0" name=""/>
        <dsp:cNvSpPr/>
      </dsp:nvSpPr>
      <dsp:spPr>
        <a:xfrm>
          <a:off x="420278" y="3259067"/>
          <a:ext cx="1938533" cy="19385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9508AC-9450-4383-BDFC-541B549E50C3}">
      <dsp:nvSpPr>
        <dsp:cNvPr id="0" name=""/>
        <dsp:cNvSpPr/>
      </dsp:nvSpPr>
      <dsp:spPr>
        <a:xfrm>
          <a:off x="1062667" y="1669198"/>
          <a:ext cx="435101" cy="434861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36E975-5146-436D-B331-FF8E21F84CDB}">
      <dsp:nvSpPr>
        <dsp:cNvPr id="0" name=""/>
        <dsp:cNvSpPr/>
      </dsp:nvSpPr>
      <dsp:spPr>
        <a:xfrm>
          <a:off x="342587" y="3185902"/>
          <a:ext cx="2011679" cy="2011686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161B3D2-EE27-48B1-8923-DD9416F346CB}">
      <dsp:nvSpPr>
        <dsp:cNvPr id="0" name=""/>
        <dsp:cNvSpPr/>
      </dsp:nvSpPr>
      <dsp:spPr>
        <a:xfrm>
          <a:off x="4285057" y="4027285"/>
          <a:ext cx="1042416" cy="104241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6696E3-9DFB-49B6-B410-4C0FD8FEB40B}">
      <dsp:nvSpPr>
        <dsp:cNvPr id="0" name=""/>
        <dsp:cNvSpPr/>
      </dsp:nvSpPr>
      <dsp:spPr>
        <a:xfrm>
          <a:off x="4257627" y="3926593"/>
          <a:ext cx="1188719" cy="1188718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BFB1925-C1E2-4C13-B5CE-A8038DF72A12}">
      <dsp:nvSpPr>
        <dsp:cNvPr id="0" name=""/>
        <dsp:cNvSpPr/>
      </dsp:nvSpPr>
      <dsp:spPr>
        <a:xfrm>
          <a:off x="2527510" y="1794922"/>
          <a:ext cx="1280158" cy="128016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718610E-7BA7-4BE5-BB26-D23F7CF1B751}">
      <dsp:nvSpPr>
        <dsp:cNvPr id="0" name=""/>
        <dsp:cNvSpPr/>
      </dsp:nvSpPr>
      <dsp:spPr>
        <a:xfrm>
          <a:off x="3141722" y="354761"/>
          <a:ext cx="321889" cy="322024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2FE8DD-10A8-43D3-A163-2331F8BA596F}">
      <dsp:nvSpPr>
        <dsp:cNvPr id="0" name=""/>
        <dsp:cNvSpPr/>
      </dsp:nvSpPr>
      <dsp:spPr>
        <a:xfrm>
          <a:off x="3535617" y="625614"/>
          <a:ext cx="160944" cy="161195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76F06F-E4BC-4C80-B4A0-C1146ECD42AB}">
      <dsp:nvSpPr>
        <dsp:cNvPr id="0" name=""/>
        <dsp:cNvSpPr/>
      </dsp:nvSpPr>
      <dsp:spPr>
        <a:xfrm>
          <a:off x="2282234" y="1592597"/>
          <a:ext cx="1737358" cy="1737358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EA7C46-FABA-4A54-A083-2859F910661C}">
      <dsp:nvSpPr>
        <dsp:cNvPr id="0" name=""/>
        <dsp:cNvSpPr/>
      </dsp:nvSpPr>
      <dsp:spPr>
        <a:xfrm>
          <a:off x="918652" y="373056"/>
          <a:ext cx="1005838" cy="100583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877786D-1AEE-415F-AE3E-D857A93DA240}">
      <dsp:nvSpPr>
        <dsp:cNvPr id="0" name=""/>
        <dsp:cNvSpPr/>
      </dsp:nvSpPr>
      <dsp:spPr>
        <a:xfrm>
          <a:off x="2477129" y="4073775"/>
          <a:ext cx="241722" cy="241426"/>
        </a:xfrm>
        <a:prstGeom prst="donut">
          <a:avLst>
            <a:gd name="adj" fmla="val 746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876F95-DF80-4D51-8081-8DFDB4FAD19C}">
      <dsp:nvSpPr>
        <dsp:cNvPr id="0" name=""/>
        <dsp:cNvSpPr/>
      </dsp:nvSpPr>
      <dsp:spPr>
        <a:xfrm>
          <a:off x="762060" y="216462"/>
          <a:ext cx="1371602" cy="1371601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4000" b="-1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2F4A1F2-8FB8-4DE3-A3DA-C047C680DA2C}">
      <dsp:nvSpPr>
        <dsp:cNvPr id="0" name=""/>
        <dsp:cNvSpPr/>
      </dsp:nvSpPr>
      <dsp:spPr>
        <a:xfrm>
          <a:off x="678202" y="2545945"/>
          <a:ext cx="1248559" cy="5634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" numCol="1" spcCol="1270" anchor="b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Plasma</a:t>
          </a:r>
          <a:endParaRPr lang="fr-FR" sz="2800" kern="1200" dirty="0"/>
        </a:p>
      </dsp:txBody>
      <dsp:txXfrm>
        <a:off x="678202" y="2545945"/>
        <a:ext cx="1248559" cy="563409"/>
      </dsp:txXfrm>
    </dsp:sp>
    <dsp:sp modelId="{D6369042-0B3E-44AF-B1EE-C1520FECFD1E}">
      <dsp:nvSpPr>
        <dsp:cNvPr id="0" name=""/>
        <dsp:cNvSpPr/>
      </dsp:nvSpPr>
      <dsp:spPr>
        <a:xfrm>
          <a:off x="4247366" y="3253372"/>
          <a:ext cx="1230012" cy="6762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Foudre</a:t>
          </a:r>
          <a:endParaRPr lang="fr-FR" sz="2800" kern="1200" dirty="0"/>
        </a:p>
      </dsp:txBody>
      <dsp:txXfrm>
        <a:off x="4247366" y="3253372"/>
        <a:ext cx="1230012" cy="676288"/>
      </dsp:txXfrm>
    </dsp:sp>
    <dsp:sp modelId="{DD008FBB-3E68-4A19-A5AA-0A30E2CF213E}">
      <dsp:nvSpPr>
        <dsp:cNvPr id="0" name=""/>
        <dsp:cNvSpPr/>
      </dsp:nvSpPr>
      <dsp:spPr>
        <a:xfrm>
          <a:off x="4112289" y="1779068"/>
          <a:ext cx="1951591" cy="8792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Métallurgie</a:t>
          </a:r>
          <a:r>
            <a:rPr lang="en-US" sz="2800" kern="1200" dirty="0"/>
            <a:t> </a:t>
          </a:r>
          <a:endParaRPr lang="fr-FR" sz="2800" kern="1200" dirty="0"/>
        </a:p>
      </dsp:txBody>
      <dsp:txXfrm>
        <a:off x="4112289" y="1779068"/>
        <a:ext cx="1951591" cy="879247"/>
      </dsp:txXfrm>
    </dsp:sp>
    <dsp:sp modelId="{54233669-0197-472E-9FAD-008B829CF535}">
      <dsp:nvSpPr>
        <dsp:cNvPr id="0" name=""/>
        <dsp:cNvSpPr/>
      </dsp:nvSpPr>
      <dsp:spPr>
        <a:xfrm>
          <a:off x="2214790" y="805099"/>
          <a:ext cx="2174281" cy="608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/>
            <a:t>Nuage</a:t>
          </a:r>
          <a:r>
            <a:rPr lang="en-US" sz="2800" kern="1200" dirty="0"/>
            <a:t> </a:t>
          </a:r>
          <a:r>
            <a:rPr lang="en-US" sz="2800" kern="1200" dirty="0" err="1"/>
            <a:t>stellaire</a:t>
          </a:r>
          <a:endParaRPr lang="fr-FR" sz="2800" kern="1200" dirty="0"/>
        </a:p>
      </dsp:txBody>
      <dsp:txXfrm>
        <a:off x="2214790" y="805099"/>
        <a:ext cx="2174281" cy="6081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E1D134-59EF-4CD0-8397-E23484D235FD}">
      <dsp:nvSpPr>
        <dsp:cNvPr id="0" name=""/>
        <dsp:cNvSpPr/>
      </dsp:nvSpPr>
      <dsp:spPr>
        <a:xfrm>
          <a:off x="911940" y="1075334"/>
          <a:ext cx="1933961" cy="193405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Linéaire</a:t>
          </a:r>
          <a:endParaRPr lang="fr-FR" sz="3200" kern="1200" dirty="0"/>
        </a:p>
      </dsp:txBody>
      <dsp:txXfrm>
        <a:off x="1195162" y="1358570"/>
        <a:ext cx="1367517" cy="1367585"/>
      </dsp:txXfrm>
    </dsp:sp>
    <dsp:sp modelId="{426472AC-BC6B-4EC9-82DE-0DA378ADE7AC}">
      <dsp:nvSpPr>
        <dsp:cNvPr id="0" name=""/>
        <dsp:cNvSpPr/>
      </dsp:nvSpPr>
      <dsp:spPr>
        <a:xfrm>
          <a:off x="266914" y="0"/>
          <a:ext cx="3898548" cy="406400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2244B2-206C-472B-A078-4717E59819C1}">
      <dsp:nvSpPr>
        <dsp:cNvPr id="0" name=""/>
        <dsp:cNvSpPr/>
      </dsp:nvSpPr>
      <dsp:spPr>
        <a:xfrm>
          <a:off x="3368038" y="498830"/>
          <a:ext cx="172188" cy="183739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94108E-8B93-4D5C-845B-73EA07FFA654}">
      <dsp:nvSpPr>
        <dsp:cNvPr id="0" name=""/>
        <dsp:cNvSpPr/>
      </dsp:nvSpPr>
      <dsp:spPr>
        <a:xfrm>
          <a:off x="3963008" y="8098"/>
          <a:ext cx="677796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C2</a:t>
          </a:r>
        </a:p>
      </dsp:txBody>
      <dsp:txXfrm>
        <a:off x="3963008" y="8098"/>
        <a:ext cx="677796" cy="1002995"/>
      </dsp:txXfrm>
    </dsp:sp>
    <dsp:sp modelId="{30B93921-8657-4219-85E6-786AA486417A}">
      <dsp:nvSpPr>
        <dsp:cNvPr id="0" name=""/>
        <dsp:cNvSpPr/>
      </dsp:nvSpPr>
      <dsp:spPr>
        <a:xfrm>
          <a:off x="3924613" y="1239910"/>
          <a:ext cx="45720" cy="75236"/>
        </a:xfrm>
        <a:prstGeom prst="flowChartAlternateProcess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DA4AC0-A9A0-4B4A-AD52-EE87B4DE8627}">
      <dsp:nvSpPr>
        <dsp:cNvPr id="0" name=""/>
        <dsp:cNvSpPr/>
      </dsp:nvSpPr>
      <dsp:spPr>
        <a:xfrm>
          <a:off x="4858058" y="904856"/>
          <a:ext cx="763373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C3</a:t>
          </a:r>
        </a:p>
      </dsp:txBody>
      <dsp:txXfrm>
        <a:off x="4858058" y="904856"/>
        <a:ext cx="763373" cy="1002995"/>
      </dsp:txXfrm>
    </dsp:sp>
    <dsp:sp modelId="{F53994A4-33EE-42DA-8836-27B78D27BF55}">
      <dsp:nvSpPr>
        <dsp:cNvPr id="0" name=""/>
        <dsp:cNvSpPr/>
      </dsp:nvSpPr>
      <dsp:spPr>
        <a:xfrm flipV="1">
          <a:off x="3371369" y="519834"/>
          <a:ext cx="144681" cy="58313"/>
        </a:xfrm>
        <a:prstGeom prst="ellipse">
          <a:avLst/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7569DF4-D215-4159-BEA5-6DB859211FD0}">
      <dsp:nvSpPr>
        <dsp:cNvPr id="0" name=""/>
        <dsp:cNvSpPr/>
      </dsp:nvSpPr>
      <dsp:spPr>
        <a:xfrm>
          <a:off x="5204872" y="2032003"/>
          <a:ext cx="589292" cy="1002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3200" kern="1200" dirty="0"/>
            <a:t>C4</a:t>
          </a:r>
        </a:p>
      </dsp:txBody>
      <dsp:txXfrm>
        <a:off x="5204872" y="2032003"/>
        <a:ext cx="589292" cy="1002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AF8B66-5501-4FB5-91C1-1055CE206185}">
      <dsp:nvSpPr>
        <dsp:cNvPr id="0" name=""/>
        <dsp:cNvSpPr/>
      </dsp:nvSpPr>
      <dsp:spPr>
        <a:xfrm>
          <a:off x="1627407" y="1602854"/>
          <a:ext cx="2037298" cy="1762345"/>
        </a:xfrm>
        <a:prstGeom prst="hexagon">
          <a:avLst>
            <a:gd name="adj" fmla="val 28570"/>
            <a:gd name="vf" fmla="val 11547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Monocycle/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 err="1"/>
            <a:t>polycycle</a:t>
          </a:r>
          <a:endParaRPr lang="fr-FR" sz="2100" kern="1200" dirty="0"/>
        </a:p>
      </dsp:txBody>
      <dsp:txXfrm>
        <a:off x="1965016" y="1894899"/>
        <a:ext cx="1362080" cy="1178255"/>
      </dsp:txXfrm>
    </dsp:sp>
    <dsp:sp modelId="{C4B1CFB5-1D91-4156-9AA9-EB3A8D3D5C1D}">
      <dsp:nvSpPr>
        <dsp:cNvPr id="0" name=""/>
        <dsp:cNvSpPr/>
      </dsp:nvSpPr>
      <dsp:spPr>
        <a:xfrm>
          <a:off x="2903148" y="759691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F14C7C9-F552-4DC9-AC74-D98450FA8450}">
      <dsp:nvSpPr>
        <dsp:cNvPr id="0" name=""/>
        <dsp:cNvSpPr/>
      </dsp:nvSpPr>
      <dsp:spPr>
        <a:xfrm>
          <a:off x="1815072" y="0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 dirty="0">
            <a:noFill/>
          </a:endParaRPr>
        </a:p>
      </dsp:txBody>
      <dsp:txXfrm>
        <a:off x="2091752" y="239361"/>
        <a:ext cx="1116191" cy="965636"/>
      </dsp:txXfrm>
    </dsp:sp>
    <dsp:sp modelId="{60812836-0E81-41E1-BD73-8F36B1971944}">
      <dsp:nvSpPr>
        <dsp:cNvPr id="0" name=""/>
        <dsp:cNvSpPr/>
      </dsp:nvSpPr>
      <dsp:spPr>
        <a:xfrm>
          <a:off x="3800241" y="1997854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7FD56D3-3987-47F5-8387-407F4F48ADE4}">
      <dsp:nvSpPr>
        <dsp:cNvPr id="0" name=""/>
        <dsp:cNvSpPr/>
      </dsp:nvSpPr>
      <dsp:spPr>
        <a:xfrm>
          <a:off x="3346245" y="888377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3622925" y="1127738"/>
        <a:ext cx="1116191" cy="965636"/>
      </dsp:txXfrm>
    </dsp:sp>
    <dsp:sp modelId="{D087293E-7CF6-461E-A023-DA1113310202}">
      <dsp:nvSpPr>
        <dsp:cNvPr id="0" name=""/>
        <dsp:cNvSpPr/>
      </dsp:nvSpPr>
      <dsp:spPr>
        <a:xfrm>
          <a:off x="3177062" y="3395508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55408DA-E660-4FFA-A3A9-DEB1DDF17C72}">
      <dsp:nvSpPr>
        <dsp:cNvPr id="0" name=""/>
        <dsp:cNvSpPr/>
      </dsp:nvSpPr>
      <dsp:spPr>
        <a:xfrm>
          <a:off x="3346245" y="2634823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3622925" y="2874184"/>
        <a:ext cx="1116191" cy="965636"/>
      </dsp:txXfrm>
    </dsp:sp>
    <dsp:sp modelId="{25380232-2B96-4913-A5CF-822DFC2FB53F}">
      <dsp:nvSpPr>
        <dsp:cNvPr id="0" name=""/>
        <dsp:cNvSpPr/>
      </dsp:nvSpPr>
      <dsp:spPr>
        <a:xfrm>
          <a:off x="1631199" y="3540590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EDB5907-A2E5-43EB-B0D6-4EBBFEC21F3B}">
      <dsp:nvSpPr>
        <dsp:cNvPr id="0" name=""/>
        <dsp:cNvSpPr/>
      </dsp:nvSpPr>
      <dsp:spPr>
        <a:xfrm>
          <a:off x="1815072" y="3524193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2091752" y="3763554"/>
        <a:ext cx="1116191" cy="965636"/>
      </dsp:txXfrm>
    </dsp:sp>
    <dsp:sp modelId="{5F5A16E7-ED8A-4894-84B1-47B206BC7394}">
      <dsp:nvSpPr>
        <dsp:cNvPr id="0" name=""/>
        <dsp:cNvSpPr/>
      </dsp:nvSpPr>
      <dsp:spPr>
        <a:xfrm>
          <a:off x="719414" y="2302923"/>
          <a:ext cx="768666" cy="662307"/>
        </a:xfrm>
        <a:prstGeom prst="hexagon">
          <a:avLst>
            <a:gd name="adj" fmla="val 28900"/>
            <a:gd name="vf" fmla="val 11547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2EEC76-5083-49D7-972C-2C9B29B1A05D}">
      <dsp:nvSpPr>
        <dsp:cNvPr id="0" name=""/>
        <dsp:cNvSpPr/>
      </dsp:nvSpPr>
      <dsp:spPr>
        <a:xfrm>
          <a:off x="276791" y="2635816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0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 </a:t>
          </a:r>
        </a:p>
      </dsp:txBody>
      <dsp:txXfrm>
        <a:off x="553471" y="2875177"/>
        <a:ext cx="1116191" cy="965636"/>
      </dsp:txXfrm>
    </dsp:sp>
    <dsp:sp modelId="{1CDADBE8-4C9F-452C-A75B-A5973B897257}">
      <dsp:nvSpPr>
        <dsp:cNvPr id="0" name=""/>
        <dsp:cNvSpPr/>
      </dsp:nvSpPr>
      <dsp:spPr>
        <a:xfrm>
          <a:off x="276791" y="886389"/>
          <a:ext cx="1669551" cy="1444358"/>
        </a:xfrm>
        <a:prstGeom prst="hexagon">
          <a:avLst>
            <a:gd name="adj" fmla="val 28570"/>
            <a:gd name="vf" fmla="val 115470"/>
          </a:avLst>
        </a:prstGeom>
        <a:blipFill dpi="0" rotWithShape="1"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i="1" kern="1200" dirty="0"/>
            <a:t> </a:t>
          </a:r>
        </a:p>
      </dsp:txBody>
      <dsp:txXfrm>
        <a:off x="553471" y="1125750"/>
        <a:ext cx="1116191" cy="9656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24168-7140-450C-B928-A215EEE8A71B}">
      <dsp:nvSpPr>
        <dsp:cNvPr id="0" name=""/>
        <dsp:cNvSpPr/>
      </dsp:nvSpPr>
      <dsp:spPr>
        <a:xfrm rot="5400000">
          <a:off x="2084870" y="331845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W20</a:t>
          </a:r>
        </a:p>
      </dsp:txBody>
      <dsp:txXfrm rot="-5400000">
        <a:off x="2291354" y="425354"/>
        <a:ext cx="616493" cy="708613"/>
      </dsp:txXfrm>
    </dsp:sp>
    <dsp:sp modelId="{6BBE0184-623C-4433-86EA-B88B891CFE7F}">
      <dsp:nvSpPr>
        <dsp:cNvPr id="0" name=""/>
        <dsp:cNvSpPr/>
      </dsp:nvSpPr>
      <dsp:spPr>
        <a:xfrm>
          <a:off x="2826639" y="562032"/>
          <a:ext cx="1148879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EF27C-8D75-4126-9776-7B3DE2EDF83E}">
      <dsp:nvSpPr>
        <dsp:cNvPr id="0" name=""/>
        <dsp:cNvSpPr/>
      </dsp:nvSpPr>
      <dsp:spPr>
        <a:xfrm rot="5400000">
          <a:off x="329527" y="-19586"/>
          <a:ext cx="1739810" cy="1778984"/>
        </a:xfrm>
        <a:prstGeom prst="flowChartConnector">
          <a:avLst/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570466" y="254790"/>
        <a:ext cx="1257932" cy="1230232"/>
      </dsp:txXfrm>
    </dsp:sp>
    <dsp:sp modelId="{86788B37-4021-46D1-9DC7-3EE9F1C94024}">
      <dsp:nvSpPr>
        <dsp:cNvPr id="0" name=""/>
        <dsp:cNvSpPr/>
      </dsp:nvSpPr>
      <dsp:spPr>
        <a:xfrm rot="5400000">
          <a:off x="1141878" y="1844531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W13</a:t>
          </a:r>
        </a:p>
      </dsp:txBody>
      <dsp:txXfrm rot="-5400000">
        <a:off x="1348362" y="1938040"/>
        <a:ext cx="616493" cy="708613"/>
      </dsp:txXfrm>
    </dsp:sp>
    <dsp:sp modelId="{51201113-00A9-4A55-9809-446E16C4567E}">
      <dsp:nvSpPr>
        <dsp:cNvPr id="0" name=""/>
        <dsp:cNvSpPr/>
      </dsp:nvSpPr>
      <dsp:spPr>
        <a:xfrm>
          <a:off x="269456" y="2054973"/>
          <a:ext cx="1111818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4C20F-6867-4BD8-9186-59CDCD8B66A1}">
      <dsp:nvSpPr>
        <dsp:cNvPr id="0" name=""/>
        <dsp:cNvSpPr/>
      </dsp:nvSpPr>
      <dsp:spPr>
        <a:xfrm rot="5400000">
          <a:off x="2243345" y="1489268"/>
          <a:ext cx="1557379" cy="1654294"/>
        </a:xfrm>
        <a:prstGeom prst="flowChartConnector">
          <a:avLst/>
        </a:prstGeom>
        <a:blipFill dpi="0" rotWithShape="0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2437154" y="1765798"/>
        <a:ext cx="1169762" cy="1101233"/>
      </dsp:txXfrm>
    </dsp:sp>
    <dsp:sp modelId="{EB241F20-8E09-45EE-9562-47D1A6F4609E}">
      <dsp:nvSpPr>
        <dsp:cNvPr id="0" name=""/>
        <dsp:cNvSpPr/>
      </dsp:nvSpPr>
      <dsp:spPr>
        <a:xfrm rot="5400000">
          <a:off x="2345633" y="3473206"/>
          <a:ext cx="1029461" cy="895631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W54</a:t>
          </a:r>
        </a:p>
      </dsp:txBody>
      <dsp:txXfrm rot="-5400000">
        <a:off x="2552117" y="3566715"/>
        <a:ext cx="616493" cy="708613"/>
      </dsp:txXfrm>
    </dsp:sp>
    <dsp:sp modelId="{E3B7B1B0-9625-492A-BC5A-CAFAFD3174EB}">
      <dsp:nvSpPr>
        <dsp:cNvPr id="0" name=""/>
        <dsp:cNvSpPr/>
      </dsp:nvSpPr>
      <dsp:spPr>
        <a:xfrm>
          <a:off x="2826639" y="3612183"/>
          <a:ext cx="1148879" cy="6176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D90014-2FE4-4960-9C52-E6E13ED8CCFB}">
      <dsp:nvSpPr>
        <dsp:cNvPr id="0" name=""/>
        <dsp:cNvSpPr/>
      </dsp:nvSpPr>
      <dsp:spPr>
        <a:xfrm rot="5400000">
          <a:off x="450188" y="2965480"/>
          <a:ext cx="1868349" cy="1913015"/>
        </a:xfrm>
        <a:prstGeom prst="flowChartConnector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3600" kern="1200"/>
        </a:p>
      </dsp:txBody>
      <dsp:txXfrm rot="-5400000">
        <a:off x="708010" y="3261426"/>
        <a:ext cx="1352705" cy="13211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7FD7CF-92C0-4B4A-A860-76CEDE7C9B11}">
      <dsp:nvSpPr>
        <dsp:cNvPr id="0" name=""/>
        <dsp:cNvSpPr/>
      </dsp:nvSpPr>
      <dsp:spPr>
        <a:xfrm>
          <a:off x="161531" y="115"/>
          <a:ext cx="2806004" cy="2073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1DD84D8-236F-43EF-ADAC-F67A8F587414}">
      <dsp:nvSpPr>
        <dsp:cNvPr id="0" name=""/>
        <dsp:cNvSpPr/>
      </dsp:nvSpPr>
      <dsp:spPr>
        <a:xfrm>
          <a:off x="728703" y="1697754"/>
          <a:ext cx="2417939" cy="5810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1900" kern="1200" dirty="0"/>
            <a:t>Structure crystalline de </a:t>
          </a:r>
          <a:r>
            <a:rPr lang="en-US" sz="1900" kern="1200" dirty="0" err="1"/>
            <a:t>départ</a:t>
          </a:r>
          <a:endParaRPr lang="fr-FR" sz="1900" kern="1200" dirty="0"/>
        </a:p>
      </dsp:txBody>
      <dsp:txXfrm>
        <a:off x="728703" y="1697754"/>
        <a:ext cx="2417939" cy="581071"/>
      </dsp:txXfrm>
    </dsp:sp>
    <dsp:sp modelId="{B29189A0-D4D1-4C64-A826-A2B3A025F706}">
      <dsp:nvSpPr>
        <dsp:cNvPr id="0" name=""/>
        <dsp:cNvSpPr/>
      </dsp:nvSpPr>
      <dsp:spPr>
        <a:xfrm>
          <a:off x="161531" y="2577337"/>
          <a:ext cx="2806004" cy="207362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1F63A8C-DD28-45E9-A685-F39DFA63830B}">
      <dsp:nvSpPr>
        <dsp:cNvPr id="0" name=""/>
        <dsp:cNvSpPr/>
      </dsp:nvSpPr>
      <dsp:spPr>
        <a:xfrm>
          <a:off x="728703" y="4274976"/>
          <a:ext cx="2417939" cy="58107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fr-FR" sz="1900" kern="1200" dirty="0"/>
            <a:t>Structure obtenue </a:t>
          </a:r>
          <a:r>
            <a:rPr lang="en-US" sz="1900" kern="1200" dirty="0"/>
            <a:t>après la CRC</a:t>
          </a:r>
          <a:endParaRPr lang="fr-FR" sz="1900" kern="1200" dirty="0"/>
        </a:p>
      </dsp:txBody>
      <dsp:txXfrm>
        <a:off x="728703" y="4274976"/>
        <a:ext cx="2417939" cy="581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ubblePictureList">
  <dgm:title val=""/>
  <dgm:desc val=""/>
  <dgm:catLst>
    <dgm:cat type="picture" pri="22000"/>
    <dgm:cat type="pictureconvert" pri="2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8"/>
      <dgm:chPref val="8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7423"/>
        </dgm:alg>
        <dgm:choose name="Name3">
          <dgm:if name="Name4" func="var" arg="dir" op="equ" val="norm">
            <dgm:constrLst>
              <dgm:constr type="primFontSz" for="des" ptType="node" op="equ" val="65"/>
              <dgm:constr type="l" for="ch" forName="parent_text_1" refType="w" fact="0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4305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.8709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4457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if>
          <dgm:else name="Name5">
            <dgm:constrLst>
              <dgm:constr type="primFontSz" for="des" ptType="node" op="equ" val="65"/>
              <dgm:constr type="l" for="ch" forName="parent_text_1" refType="w" fact="0.3543"/>
              <dgm:constr type="t" for="ch" forName="parent_text_1" refType="h" fact="0"/>
              <dgm:constr type="w" for="ch" forName="parent_text_1" refType="w" fact="0.6457"/>
              <dgm:constr type="h" for="ch" forName="parent_text_1" refType="h" fact="0.225"/>
              <dgm:constr type="l" for="ch" forName="image_accent_1" refType="w" fact="0.1344"/>
              <dgm:constr type="t" for="ch" forName="image_accent_1" refType="h" fact="0.2417"/>
              <dgm:constr type="w" for="ch" forName="image_accent_1" refType="w" fact="0.4352"/>
              <dgm:constr type="h" for="ch" forName="image_accent_1" refType="h" fact="0.7583"/>
              <dgm:constr type="l" for="ch" forName="accent_1" refType="w" fact="0"/>
              <dgm:constr type="t" for="ch" forName="accent_1" refType="h" fact="0.1491"/>
              <dgm:constr type="w" for="ch" forName="accent_1" refType="w" fact="0.1291"/>
              <dgm:constr type="h" for="ch" forName="accent_1" refType="h" fact="0.225"/>
              <dgm:constr type="l" for="ch" forName="image_1" refType="w" fact="0.1525"/>
              <dgm:constr type="t" for="ch" forName="image_1" refType="h" fact="0.2709"/>
              <dgm:constr type="w" for="ch" forName="image_1" refType="w" fact="0.4018"/>
              <dgm:constr type="h" for="ch" forName="image_1" refType="h" fact="0.7"/>
            </dgm:constrLst>
          </dgm:else>
        </dgm:choose>
      </dgm:if>
      <dgm:if name="Name6" axis="ch" ptType="node" func="cnt" op="equ" val="2">
        <dgm:alg type="composite">
          <dgm:param type="ar" val="3.193"/>
        </dgm:alg>
        <dgm:choose name="Name7">
          <dgm:if name="Name8" func="var" arg="dir" op="equ" val="norm">
            <dgm:constrLst>
              <dgm:constr type="primFontSz" for="des" ptType="node" op="equ" val="65"/>
              <dgm:constr type="l" for="ch" forName="image_accent_1" refType="w" fact="0.2342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2434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parent_text_1" refType="w" fact="0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image_accent_2" refType="w" fact="0.5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5074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2" refType="w" fact="0.6447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accent_1" refType="w" fact="0.6316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if>
          <dgm:else name="Name9">
            <dgm:constrLst>
              <dgm:constr type="primFontSz" for="des" ptType="node" op="equ" val="65"/>
              <dgm:constr type="l" for="ch" forName="image_accent_2" refType="w" fact="0.3747"/>
              <dgm:constr type="t" for="ch" forName="image_accent_2" refType="h" fact="0.3883"/>
              <dgm:constr type="w" for="ch" forName="image_accent_2" refType="w" fact="0.1253"/>
              <dgm:constr type="h" for="ch" forName="image_accent_2" refType="h" fact="0.4"/>
              <dgm:constr type="l" for="ch" forName="image_2" refType="w" fact="0.3821"/>
              <dgm:constr type="t" for="ch" forName="image_2" refType="h" fact="0.4118"/>
              <dgm:constr type="w" for="ch" forName="image_2" refType="w" fact="0.1105"/>
              <dgm:constr type="h" for="ch" forName="image_2" refType="h" fact="0.3529"/>
              <dgm:constr type="l" for="ch" forName="parent_text_1" refType="w" fact="0.6447"/>
              <dgm:constr type="t" for="ch" forName="parent_text_1" refType="h" fact="0"/>
              <dgm:constr type="w" for="ch" forName="parent_text_1" refType="w" fact="0.3553"/>
              <dgm:constr type="h" for="ch" forName="parent_text_1" refType="h" fact="0.215"/>
              <dgm:constr type="l" for="ch" forName="parent_text_2" refType="w" fact="0"/>
              <dgm:constr type="t" for="ch" forName="parent_text_2" refType="h" fact="0.4118"/>
              <dgm:constr type="w" for="ch" forName="parent_text_2" refType="w" fact="0.3553"/>
              <dgm:constr type="h" for="ch" forName="parent_text_2" refType="h" fact="0.3529"/>
              <dgm:constr type="l" for="ch" forName="image_accent_1" refType="w" fact="0.5263"/>
              <dgm:constr type="t" for="ch" forName="image_accent_1" refType="h" fact="0.2354"/>
              <dgm:constr type="w" for="ch" forName="image_accent_1" refType="w" fact="0.2394"/>
              <dgm:constr type="h" for="ch" forName="image_accent_1" refType="h" fact="0.7646"/>
              <dgm:constr type="l" for="ch" forName="image_1" refType="w" fact="0.5355"/>
              <dgm:constr type="t" for="ch" forName="image_1" refType="h" fact="0.2648"/>
              <dgm:constr type="w" for="ch" forName="image_1" refType="w" fact="0.2211"/>
              <dgm:constr type="h" for="ch" forName="image_1" refType="h" fact="0.7058"/>
              <dgm:constr type="l" for="ch" forName="accent_1" refType="w" fact="0.3289"/>
              <dgm:constr type="t" for="ch" forName="accent_1" refType="h" fact="0.7899"/>
              <dgm:constr type="w" for="ch" forName="accent_1" refType="w" fact="0.0395"/>
              <dgm:constr type="h" for="ch" forName="accent_1" refType="h" fact="0.126"/>
            </dgm:constrLst>
          </dgm:else>
        </dgm:choose>
      </dgm:if>
      <dgm:if name="Name10" axis="ch" ptType="node" func="cnt" op="equ" val="3">
        <dgm:alg type="composite">
          <dgm:param type="ar" val="2.4052"/>
        </dgm:alg>
        <dgm:choose name="Name11">
          <dgm:if name="Name12" func="var" arg="dir" op="equ" val="norm">
            <dgm:constrLst>
              <dgm:constr type="primFontSz" for="des" ptType="node" op="equ" val="65"/>
              <dgm:constr type="l" for="ch" forName="accent_3" refType="w" fact="0.6316"/>
              <dgm:constr type="t" for="ch" forName="accent_3" refType="h" fact="0.8355"/>
              <dgm:constr type="w" for="ch" forName="accent_3" refType="w" fact="0.0395"/>
              <dgm:constr type="h" for="ch" forName="accent_3" refType="h" fact="0.0949"/>
              <dgm:constr type="l" for="ch" forName="image_accent_2" refType="w" fact="0.4936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501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4446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531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2368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246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1" refType="w" fact="0.3895"/>
              <dgm:constr type="t" for="ch" forName="accent_1" refType="h" fact="0"/>
              <dgm:constr type="w" for="ch" forName="accent_1" refType="w" fact="0.0711"/>
              <dgm:constr type="h" for="ch" forName="accent_1" refType="h" fact="0.1709"/>
              <dgm:constr type="l" for="ch" forName="parent_text_2" refType="w" fact="0.6447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parent_text_3" refType="w" fact="0.6316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accent_2" refType="w" fact="0.5789"/>
              <dgm:constr type="t" for="ch" forName="accent_2" refType="h" fact="0.0127"/>
              <dgm:constr type="w" for="ch" forName="accent_2" refType="w" fact="0.0526"/>
              <dgm:constr type="h" for="ch" forName="accent_2" refType="h" fact="0.1266"/>
            </dgm:constrLst>
          </dgm:if>
          <dgm:else name="Name13">
            <dgm:constrLst>
              <dgm:constr type="primFontSz" for="des" ptType="node" op="equ" val="65"/>
              <dgm:constr type="l" for="ch" forName="accent_1" refType="w" fact="0.3289"/>
              <dgm:constr type="t" for="ch" forName="accent_1" refType="h" fact="0.8355"/>
              <dgm:constr type="w" for="ch" forName="accent_1" refType="w" fact="0.0395"/>
              <dgm:constr type="h" for="ch" forName="accent_1" refType="h" fact="0.0949"/>
              <dgm:constr type="l" for="ch" forName="image_accent_2" refType="w" fact="0.3811"/>
              <dgm:constr type="t" for="ch" forName="image_accent_2" refType="h" fact="0.5329"/>
              <dgm:constr type="w" for="ch" forName="image_accent_2" refType="w" fact="0.1253"/>
              <dgm:constr type="h" for="ch" forName="image_accent_2" refType="h" fact="0.3013"/>
              <dgm:constr type="l" for="ch" forName="image_2" refType="w" fact="0.3885"/>
              <dgm:constr type="t" for="ch" forName="image_2" refType="h" fact="0.5507"/>
              <dgm:constr type="w" for="ch" forName="image_2" refType="w" fact="0.1105"/>
              <dgm:constr type="h" for="ch" forName="image_2" refType="h" fact="0.2658"/>
              <dgm:constr type="l" for="ch" forName="image_accent_3" refType="w" fact="0.3947"/>
              <dgm:constr type="t" for="ch" forName="image_accent_3" refType="h" fact="0.1076"/>
              <dgm:constr type="w" for="ch" forName="image_accent_3" refType="w" fact="0.1606"/>
              <dgm:constr type="h" for="ch" forName="image_accent_3" refType="h" fact="0.3864"/>
              <dgm:constr type="l" for="ch" forName="image_3" refType="w" fact="0.4032"/>
              <dgm:constr type="t" for="ch" forName="image_3" refType="h" fact="0.128"/>
              <dgm:constr type="w" for="ch" forName="image_3" refType="w" fact="0.1437"/>
              <dgm:constr type="h" for="ch" forName="image_3" refType="h" fact="0.3456"/>
              <dgm:constr type="l" for="ch" forName="image_accent_1" refType="w" fact="0.5237"/>
              <dgm:constr type="t" for="ch" forName="image_accent_1" refType="h" fact="0.4241"/>
              <dgm:constr type="w" for="ch" forName="image_accent_1" refType="w" fact="0.2394"/>
              <dgm:constr type="h" for="ch" forName="image_accent_1" refType="h" fact="0.5759"/>
              <dgm:constr type="l" for="ch" forName="image_1" refType="w" fact="0.5329"/>
              <dgm:constr type="t" for="ch" forName="image_1" refType="h" fact="0.4462"/>
              <dgm:constr type="w" for="ch" forName="image_1" refType="w" fact="0.2211"/>
              <dgm:constr type="h" for="ch" forName="image_1" refType="h" fact="0.5317"/>
              <dgm:constr type="l" for="ch" forName="parent_text_1" refType="w" fact="0.6447"/>
              <dgm:constr type="t" for="ch" forName="parent_text_1" refType="h" fact="0.128"/>
              <dgm:constr type="w" for="ch" forName="parent_text_1" refType="w" fact="0.3553"/>
              <dgm:constr type="h" for="ch" forName="parent_text_1" refType="h" fact="0.2775"/>
              <dgm:constr type="l" for="ch" forName="accent_2" refType="w" fact="0.5395"/>
              <dgm:constr type="t" for="ch" forName="accent_2" refType="h" fact="0"/>
              <dgm:constr type="w" for="ch" forName="accent_2" refType="w" fact="0.0711"/>
              <dgm:constr type="h" for="ch" forName="accent_2" refType="h" fact="0.1709"/>
              <dgm:constr type="l" for="ch" forName="parent_text_3" refType="w" fact="0.0132"/>
              <dgm:constr type="t" for="ch" forName="parent_text_3" refType="h" fact="0.128"/>
              <dgm:constr type="w" for="ch" forName="parent_text_3" refType="w" fact="0.3553"/>
              <dgm:constr type="h" for="ch" forName="parent_text_3" refType="h" fact="0.3456"/>
              <dgm:constr type="l" for="ch" forName="parent_text_2" refType="w" fact="0"/>
              <dgm:constr type="t" for="ch" forName="parent_text_2" refType="h" fact="0.5507"/>
              <dgm:constr type="w" for="ch" forName="parent_text_2" refType="w" fact="0.3553"/>
              <dgm:constr type="h" for="ch" forName="parent_text_2" refType="h" fact="0.2658"/>
              <dgm:constr type="l" for="ch" forName="accent_3" refType="w" fact="0.3684"/>
              <dgm:constr type="t" for="ch" forName="accent_3" refType="h" fact="0.0127"/>
              <dgm:constr type="w" for="ch" forName="accent_3" refType="w" fact="0.0526"/>
              <dgm:constr type="h" for="ch" forName="accent_3" refType="h" fact="0.1266"/>
            </dgm:constrLst>
          </dgm:else>
        </dgm:choose>
      </dgm:if>
      <dgm:if name="Name14" axis="ch" ptType="node" func="cnt" op="equ" val="4">
        <dgm:alg type="composite">
          <dgm:param type="ar" val="1.6704"/>
        </dgm:alg>
        <dgm:choose name="Name15">
          <dgm:if name="Name16" func="var" arg="dir" op="equ" val="norm">
            <dgm:constrLst>
              <dgm:constr type="primFontSz" for="des" ptType="node" op="equ" val="65"/>
              <dgm:constr type="l" for="ch" forName="image_accent_4" refType="w" fact="0.4626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692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4936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501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4446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531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2368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246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38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6316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.6447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5347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6005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6005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6268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if>
          <dgm:else name="Name17">
            <dgm:constrLst>
              <dgm:constr type="primFontSz" for="des" ptType="node" op="equ" val="65"/>
              <dgm:constr type="l" for="ch" forName="image_accent_4" refType="w" fact="0.4248"/>
              <dgm:constr type="t" for="ch" forName="image_accent_4" refType="h" fact="0.1415"/>
              <dgm:constr type="w" for="ch" forName="image_accent_4" refType="w" fact="0.1126"/>
              <dgm:constr type="h" for="ch" forName="image_accent_4" refType="h" fact="0.1881"/>
              <dgm:constr type="l" for="ch" forName="image_4" refType="w" fact="0.4314"/>
              <dgm:constr type="t" for="ch" forName="image_4" refType="h" fact="0.1526"/>
              <dgm:constr type="w" for="ch" forName="image_4" refType="w" fact="0.0994"/>
              <dgm:constr type="h" for="ch" forName="image_4" refType="h" fact="0.166"/>
              <dgm:constr type="l" for="ch" forName="image_accent_2" refType="w" fact="0.3811"/>
              <dgm:constr type="t" for="ch" forName="image_accent_2" refType="h" fact="0.6756"/>
              <dgm:constr type="w" for="ch" forName="image_accent_2" refType="w" fact="0.1253"/>
              <dgm:constr type="h" for="ch" forName="image_accent_2" refType="h" fact="0.2092"/>
              <dgm:constr type="l" for="ch" forName="image_2" refType="w" fact="0.3885"/>
              <dgm:constr type="t" for="ch" forName="image_2" refType="h" fact="0.6879"/>
              <dgm:constr type="w" for="ch" forName="image_2" refType="w" fact="0.1105"/>
              <dgm:constr type="h" for="ch" forName="image_2" refType="h" fact="0.1846"/>
              <dgm:constr type="l" for="ch" forName="image_accent_3" refType="w" fact="0.3947"/>
              <dgm:constr type="t" for="ch" forName="image_accent_3" refType="h" fact="0.3802"/>
              <dgm:constr type="w" for="ch" forName="image_accent_3" refType="w" fact="0.1606"/>
              <dgm:constr type="h" for="ch" forName="image_accent_3" refType="h" fact="0.2683"/>
              <dgm:constr type="l" for="ch" forName="image_3" refType="w" fact="0.4032"/>
              <dgm:constr type="t" for="ch" forName="image_3" refType="h" fact="0.3944"/>
              <dgm:constr type="w" for="ch" forName="image_3" refType="w" fact="0.1437"/>
              <dgm:constr type="h" for="ch" forName="image_3" refType="h" fact="0.24"/>
              <dgm:constr type="l" for="ch" forName="image_accent_1" refType="w" fact="0.5237"/>
              <dgm:constr type="t" for="ch" forName="image_accent_1" refType="h" fact="0.6"/>
              <dgm:constr type="w" for="ch" forName="image_accent_1" refType="w" fact="0.2394"/>
              <dgm:constr type="h" for="ch" forName="image_accent_1" refType="h" fact="0.4"/>
              <dgm:constr type="l" for="ch" forName="image_1" refType="w" fact="0.5329"/>
              <dgm:constr type="t" for="ch" forName="image_1" refType="h" fact="0.6154"/>
              <dgm:constr type="w" for="ch" forName="image_1" refType="w" fact="0.2211"/>
              <dgm:constr type="h" for="ch" forName="image_1" refType="h" fact="0.3692"/>
              <dgm:constr type="l" for="ch" forName="parent_text_1" refType="w" fact="0.6447"/>
              <dgm:constr type="t" for="ch" forName="parent_text_1" refType="h" fact="0.3944"/>
              <dgm:constr type="w" for="ch" forName="parent_text_1" refType="w" fact="0.3553"/>
              <dgm:constr type="h" for="ch" forName="parent_text_1" refType="h" fact="0.1931"/>
              <dgm:constr type="l" for="ch" forName="accent_1" refType="w" fact="0.5395"/>
              <dgm:constr type="t" for="ch" forName="accent_1" refType="h" fact="0.3055"/>
              <dgm:constr type="w" for="ch" forName="accent_1" refType="w" fact="0.0711"/>
              <dgm:constr type="h" for="ch" forName="accent_1" refType="h" fact="0.1187"/>
              <dgm:constr type="l" for="ch" forName="parent_text_3" refType="w" fact="0.0132"/>
              <dgm:constr type="t" for="ch" forName="parent_text_3" refType="h" fact="0.3944"/>
              <dgm:constr type="w" for="ch" forName="parent_text_3" refType="w" fact="0.3553"/>
              <dgm:constr type="h" for="ch" forName="parent_text_3" refType="h" fact="0.24"/>
              <dgm:constr type="l" for="ch" forName="parent_text_2" refType="w" fact="0"/>
              <dgm:constr type="t" for="ch" forName="parent_text_2" refType="h" fact="0.6879"/>
              <dgm:constr type="w" for="ch" forName="parent_text_2" refType="w" fact="0.3553"/>
              <dgm:constr type="h" for="ch" forName="parent_text_2" refType="h" fact="0.1846"/>
              <dgm:constr type="l" for="ch" forName="accent_2" refType="w" fact="0.4126"/>
              <dgm:constr type="t" for="ch" forName="accent_2" refType="h" fact="0.044"/>
              <dgm:constr type="w" for="ch" forName="accent_2" refType="w" fact="0.0526"/>
              <dgm:constr type="h" for="ch" forName="accent_2" refType="h" fact="0.0879"/>
              <dgm:constr type="l" for="ch" forName="accent_3" refType="w" fact="0.3732"/>
              <dgm:constr type="t" for="ch" forName="accent_3" refType="h" fact="0"/>
              <dgm:constr type="w" for="ch" forName="accent_3" refType="w" fact="0.0263"/>
              <dgm:constr type="h" for="ch" forName="accent_3" refType="h" fact="0.044"/>
              <dgm:constr type="l" for="ch" forName="parent_text_4" refType="w" fact="0.0442"/>
              <dgm:constr type="t" for="ch" forName="parent_text_4" refType="h" fact="0.1526"/>
              <dgm:constr type="w" for="ch" forName="parent_text_4" refType="w" fact="0.3553"/>
              <dgm:constr type="h" for="ch" forName="parent_text_4" refType="h" fact="0.166"/>
              <dgm:constr type="l" for="ch" forName="accent_4" refType="w" fact="0.3337"/>
              <dgm:constr type="t" for="ch" forName="accent_4" refType="h" fact="0.8791"/>
              <dgm:constr type="w" for="ch" forName="accent_4" refType="w" fact="0.0395"/>
              <dgm:constr type="h" for="ch" forName="accent_4" refType="h" fact="0.0659"/>
            </dgm:constrLst>
          </dgm:else>
        </dgm:choose>
      </dgm:if>
      <dgm:if name="Name18" axis="ch" ptType="node" func="cnt" op="equ" val="5">
        <dgm:alg type="composite">
          <dgm:param type="ar" val="1.5076"/>
        </dgm:alg>
        <dgm:choose name="Name19">
          <dgm:if name="Name20" func="var" arg="dir" op="equ" val="norm">
            <dgm:constrLst>
              <dgm:constr type="primFontSz" for="des" ptType="node" op="equ" val="65"/>
              <dgm:constr type="l" for="ch" forName="image_accent_5" refType="w" fact="0.5301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5361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528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593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483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90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352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435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231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240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3813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6182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63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5878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6265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.6522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6136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if>
          <dgm:else name="Name21">
            <dgm:constrLst>
              <dgm:constr type="primFontSz" for="des" ptType="node" op="equ" val="65"/>
              <dgm:constr type="l" for="ch" forName="image_accent_5" refType="w" fact="0.3677"/>
              <dgm:constr type="t" for="ch" forName="image_accent_5" refType="h" fact="0.0862"/>
              <dgm:constr type="w" for="ch" forName="image_accent_5" refType="w" fact="0.1022"/>
              <dgm:constr type="h" for="ch" forName="image_accent_5" refType="h" fact="0.1541"/>
              <dgm:constr type="l" for="ch" forName="image_5" refType="w" fact="0.3738"/>
              <dgm:constr type="t" for="ch" forName="image_5" refType="h" fact="0.0953"/>
              <dgm:constr type="w" for="ch" forName="image_5" refType="w" fact="0.0902"/>
              <dgm:constr type="h" for="ch" forName="image_5" refType="h" fact="0.1359"/>
              <dgm:constr type="l" for="ch" forName="image_accent_4" refType="w" fact="0.437"/>
              <dgm:constr type="t" for="ch" forName="image_accent_4" refType="h" fact="0.2416"/>
              <dgm:constr type="w" for="ch" forName="image_accent_4" refType="w" fact="0.1103"/>
              <dgm:constr type="h" for="ch" forName="image_accent_4" refType="h" fact="0.1662"/>
              <dgm:constr type="l" for="ch" forName="image_4" refType="w" fact="0.4434"/>
              <dgm:constr type="t" for="ch" forName="image_4" refType="h" fact="0.2513"/>
              <dgm:constr type="w" for="ch" forName="image_4" refType="w" fact="0.0973"/>
              <dgm:constr type="h" for="ch" forName="image_4" refType="h" fact="0.1467"/>
              <dgm:constr type="l" for="ch" forName="image_accent_2" refType="w" fact="0.3942"/>
              <dgm:constr type="t" for="ch" forName="image_accent_2" refType="h" fact="0.7134"/>
              <dgm:constr type="w" for="ch" forName="image_accent_2" refType="w" fact="0.1226"/>
              <dgm:constr type="h" for="ch" forName="image_accent_2" refType="h" fact="0.1849"/>
              <dgm:constr type="l" for="ch" forName="image_2" refType="w" fact="0.4014"/>
              <dgm:constr type="t" for="ch" forName="image_2" refType="h" fact="0.7243"/>
              <dgm:constr type="w" for="ch" forName="image_2" refType="w" fact="0.1082"/>
              <dgm:constr type="h" for="ch" forName="image_2" refType="h" fact="0.1631"/>
              <dgm:constr type="l" for="ch" forName="image_accent_3" refType="w" fact="0.4075"/>
              <dgm:constr type="t" for="ch" forName="image_accent_3" refType="h" fact="0.4525"/>
              <dgm:constr type="w" for="ch" forName="image_accent_3" refType="w" fact="0.1573"/>
              <dgm:constr type="h" for="ch" forName="image_accent_3" refType="h" fact="0.2371"/>
              <dgm:constr type="l" for="ch" forName="image_3" refType="w" fact="0.4158"/>
              <dgm:constr type="t" for="ch" forName="image_3" refType="h" fact="0.465"/>
              <dgm:constr type="w" for="ch" forName="image_3" refType="w" fact="0.1407"/>
              <dgm:constr type="h" for="ch" forName="image_3" refType="h" fact="0.212"/>
              <dgm:constr type="l" for="ch" forName="image_accent_1" refType="w" fact="0.5338"/>
              <dgm:constr type="t" for="ch" forName="image_accent_1" refType="h" fact="0.6466"/>
              <dgm:constr type="w" for="ch" forName="image_accent_1" refType="w" fact="0.2344"/>
              <dgm:constr type="h" for="ch" forName="image_accent_1" refType="h" fact="0.3534"/>
              <dgm:constr type="l" for="ch" forName="image_1" refType="w" fact="0.5428"/>
              <dgm:constr type="t" for="ch" forName="image_1" refType="h" fact="0.6602"/>
              <dgm:constr type="w" for="ch" forName="image_1" refType="w" fact="0.2164"/>
              <dgm:constr type="h" for="ch" forName="image_1" refType="h" fact="0.3262"/>
              <dgm:constr type="l" for="ch" forName="parent_text_1" refType="w" fact="0.6522"/>
              <dgm:constr type="t" for="ch" forName="parent_text_1" refType="h" fact="0.465"/>
              <dgm:constr type="w" for="ch" forName="parent_text_1" refType="w" fact="0.3478"/>
              <dgm:constr type="h" for="ch" forName="parent_text_1" refType="h" fact="0.165"/>
              <dgm:constr type="l" for="ch" forName="accent_1" refType="w" fact="0.5492"/>
              <dgm:constr type="t" for="ch" forName="accent_1" refType="h" fact="0.3864"/>
              <dgm:constr type="w" for="ch" forName="accent_1" refType="w" fact="0.0696"/>
              <dgm:constr type="h" for="ch" forName="accent_1" refType="h" fact="0.1049"/>
              <dgm:constr type="l" for="ch" forName="parent_text_3" refType="w" fact="0.034"/>
              <dgm:constr type="t" for="ch" forName="parent_text_3" refType="h" fact="0.465"/>
              <dgm:constr type="w" for="ch" forName="parent_text_3" refType="w" fact="0.3478"/>
              <dgm:constr type="h" for="ch" forName="parent_text_3" refType="h" fact="0.212"/>
              <dgm:constr type="l" for="ch" forName="parent_text_2" refType="w" fact="0.0211"/>
              <dgm:constr type="t" for="ch" forName="parent_text_2" refType="h" fact="0.7243"/>
              <dgm:constr type="w" for="ch" forName="parent_text_2" refType="w" fact="0.3478"/>
              <dgm:constr type="h" for="ch" forName="parent_text_2" refType="h" fact="0.1631"/>
              <dgm:constr type="l" for="ch" forName="parent_text_4" refType="w" fact="0.0644"/>
              <dgm:constr type="t" for="ch" forName="parent_text_4" refType="h" fact="0.2513"/>
              <dgm:constr type="w" for="ch" forName="parent_text_4" refType="w" fact="0.3478"/>
              <dgm:constr type="h" for="ch" forName="parent_text_4" refType="h" fact="0.1467"/>
              <dgm:constr type="l" for="ch" forName="accent_2" refType="w" fact="0.322"/>
              <dgm:constr type="t" for="ch" forName="accent_2" refType="h" fact="0.0194"/>
              <dgm:constr type="w" for="ch" forName="accent_2" refType="w" fact="0.0515"/>
              <dgm:constr type="h" for="ch" forName="accent_2" refType="h" fact="0.077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388"/>
              <dgm:constr type="l" for="ch" forName="parent_text_5" refType="w" fact="0"/>
              <dgm:constr type="t" for="ch" forName="parent_text_5" refType="h" fact="0.0953"/>
              <dgm:constr type="w" for="ch" forName="parent_text_5" refType="w" fact="0.3478"/>
              <dgm:constr type="h" for="ch" forName="parent_text_5" refType="h" fact="0.1359"/>
              <dgm:constr type="l" for="ch" forName="accent_4" refType="w" fact="0.3478"/>
              <dgm:constr type="t" for="ch" forName="accent_4" refType="h" fact="0.8932"/>
              <dgm:constr type="w" for="ch" forName="accent_4" refType="w" fact="0.0386"/>
              <dgm:constr type="h" for="ch" forName="accent_4" refType="h" fact="0.0583"/>
            </dgm:constrLst>
          </dgm:else>
        </dgm:choose>
      </dgm:if>
      <dgm:if name="Name22" axis="ch" ptType="node" func="cnt" op="equ" val="6">
        <dgm:alg type="composite">
          <dgm:param type="ar" val="1.1351"/>
        </dgm:alg>
        <dgm:choose name="Name23">
          <dgm:if name="Name24" func="var" arg="dir" op="equ" val="norm">
            <dgm:constrLst>
              <dgm:constr type="primFontSz" for="des" ptType="node" op="equ" val="65"/>
              <dgm:constr type="l" for="ch" forName="image_accent_6" refType="w" fact="0.3864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3957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5301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5361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528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593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483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90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352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435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231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2401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3813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63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5878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6265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.6522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6182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5538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0195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6182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if>
          <dgm:else name="Name25">
            <dgm:constrLst>
              <dgm:constr type="primFontSz" for="des" ptType="node" op="equ" val="65"/>
              <dgm:constr type="l" for="ch" forName="image_accent_6" refType="w" fact="0.4379"/>
              <dgm:constr type="t" for="ch" forName="image_accent_6" refType="h" fact="0.7456"/>
              <dgm:constr type="w" for="ch" forName="image_accent_6" refType="w" fact="0.1757"/>
              <dgm:constr type="h" for="ch" forName="image_accent_6" refType="h" fact="0.1995"/>
              <dgm:constr type="l" for="ch" forName="image_6" refType="w" fact="0.4471"/>
              <dgm:constr type="t" for="ch" forName="image_6" refType="h" fact="0.7561"/>
              <dgm:constr type="w" for="ch" forName="image_6" refType="w" fact="0.1572"/>
              <dgm:constr type="h" for="ch" forName="image_6" refType="h" fact="0.1784"/>
              <dgm:constr type="l" for="ch" forName="image_accent_5" refType="w" fact="0.3677"/>
              <dgm:constr type="t" for="ch" forName="image_accent_5" refType="h" fact="0.0649"/>
              <dgm:constr type="w" for="ch" forName="image_accent_5" refType="w" fact="0.1022"/>
              <dgm:constr type="h" for="ch" forName="image_accent_5" refType="h" fact="0.116"/>
              <dgm:constr type="l" for="ch" forName="image_5" refType="w" fact="0.3738"/>
              <dgm:constr type="t" for="ch" forName="image_5" refType="h" fact="0.0717"/>
              <dgm:constr type="w" for="ch" forName="image_5" refType="w" fact="0.0902"/>
              <dgm:constr type="h" for="ch" forName="image_5" refType="h" fact="0.1023"/>
              <dgm:constr type="l" for="ch" forName="image_accent_4" refType="w" fact="0.437"/>
              <dgm:constr type="t" for="ch" forName="image_accent_4" refType="h" fact="0.1819"/>
              <dgm:constr type="w" for="ch" forName="image_accent_4" refType="w" fact="0.1103"/>
              <dgm:constr type="h" for="ch" forName="image_accent_4" refType="h" fact="0.1251"/>
              <dgm:constr type="l" for="ch" forName="image_4" refType="w" fact="0.4434"/>
              <dgm:constr type="t" for="ch" forName="image_4" refType="h" fact="0.1892"/>
              <dgm:constr type="w" for="ch" forName="image_4" refType="w" fact="0.0973"/>
              <dgm:constr type="h" for="ch" forName="image_4" refType="h" fact="0.1104"/>
              <dgm:constr type="l" for="ch" forName="image_accent_2" refType="w" fact="0.3942"/>
              <dgm:constr type="t" for="ch" forName="image_accent_2" refType="h" fact="0.5371"/>
              <dgm:constr type="w" for="ch" forName="image_accent_2" refType="w" fact="0.1226"/>
              <dgm:constr type="h" for="ch" forName="image_accent_2" refType="h" fact="0.1392"/>
              <dgm:constr type="l" for="ch" forName="image_2" refType="w" fact="0.4014"/>
              <dgm:constr type="t" for="ch" forName="image_2" refType="h" fact="0.5453"/>
              <dgm:constr type="w" for="ch" forName="image_2" refType="w" fact="0.1082"/>
              <dgm:constr type="h" for="ch" forName="image_2" refType="h" fact="0.1228"/>
              <dgm:constr type="l" for="ch" forName="image_accent_3" refType="w" fact="0.4075"/>
              <dgm:constr type="t" for="ch" forName="image_accent_3" refType="h" fact="0.3407"/>
              <dgm:constr type="w" for="ch" forName="image_accent_3" refType="w" fact="0.1573"/>
              <dgm:constr type="h" for="ch" forName="image_accent_3" refType="h" fact="0.1785"/>
              <dgm:constr type="l" for="ch" forName="image_3" refType="w" fact="0.4158"/>
              <dgm:constr type="t" for="ch" forName="image_3" refType="h" fact="0.3501"/>
              <dgm:constr type="w" for="ch" forName="image_3" refType="w" fact="0.1407"/>
              <dgm:constr type="h" for="ch" forName="image_3" refType="h" fact="0.1596"/>
              <dgm:constr type="l" for="ch" forName="image_accent_1" refType="w" fact="0.5338"/>
              <dgm:constr type="t" for="ch" forName="image_accent_1" refType="h" fact="0.4869"/>
              <dgm:constr type="w" for="ch" forName="image_accent_1" refType="w" fact="0.2344"/>
              <dgm:constr type="h" for="ch" forName="image_accent_1" refType="h" fact="0.2661"/>
              <dgm:constr type="l" for="ch" forName="image_1" refType="w" fact="0.5435"/>
              <dgm:constr type="t" for="ch" forName="image_1" refType="h" fact="0.4971"/>
              <dgm:constr type="w" for="ch" forName="image_1" refType="w" fact="0.2164"/>
              <dgm:constr type="h" for="ch" forName="image_1" refType="h" fact="0.2456"/>
              <dgm:constr type="l" for="ch" forName="parent_text_1" refType="w" fact="0.6522"/>
              <dgm:constr type="t" for="ch" forName="parent_text_1" refType="h" fact="0.3501"/>
              <dgm:constr type="w" for="ch" forName="parent_text_1" refType="w" fact="0.3478"/>
              <dgm:constr type="h" for="ch" forName="parent_text_1" refType="h" fact="0.125"/>
              <dgm:constr type="l" for="ch" forName="accent_1" refType="w" fact="0.5492"/>
              <dgm:constr type="t" for="ch" forName="accent_1" refType="h" fact="0.2909"/>
              <dgm:constr type="w" for="ch" forName="accent_1" refType="w" fact="0.0696"/>
              <dgm:constr type="h" for="ch" forName="accent_1" refType="h" fact="0.0789"/>
              <dgm:constr type="l" for="ch" forName="parent_text_2" refType="w" fact="0.0211"/>
              <dgm:constr type="t" for="ch" forName="parent_text_2" refType="h" fact="0.5453"/>
              <dgm:constr type="w" for="ch" forName="parent_text_2" refType="w" fact="0.3478"/>
              <dgm:constr type="h" for="ch" forName="parent_text_2" refType="h" fact="0.1228"/>
              <dgm:constr type="l" for="ch" forName="parent_text_4" refType="w" fact="0.0644"/>
              <dgm:constr type="t" for="ch" forName="parent_text_4" refType="h" fact="0.1892"/>
              <dgm:constr type="w" for="ch" forName="parent_text_4" refType="w" fact="0.3478"/>
              <dgm:constr type="h" for="ch" forName="parent_text_4" refType="h" fact="0.1104"/>
              <dgm:constr type="l" for="ch" forName="accent_2" refType="w" fact="0.322"/>
              <dgm:constr type="t" for="ch" forName="accent_2" refType="h" fact="0.0146"/>
              <dgm:constr type="w" for="ch" forName="accent_2" refType="w" fact="0.0515"/>
              <dgm:constr type="h" for="ch" forName="accent_2" refType="h" fact="0.0585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92"/>
              <dgm:constr type="l" for="ch" forName="parent_text_5" refType="w" fact="0"/>
              <dgm:constr type="t" for="ch" forName="parent_text_5" refType="h" fact="0.0717"/>
              <dgm:constr type="w" for="ch" forName="parent_text_5" refType="w" fact="0.3478"/>
              <dgm:constr type="h" for="ch" forName="parent_text_5" refType="h" fact="0.1023"/>
              <dgm:constr type="l" for="ch" forName="parent_text_3" refType="w" fact="0.034"/>
              <dgm:constr type="t" for="ch" forName="parent_text_3" refType="h" fact="0.3501"/>
              <dgm:constr type="w" for="ch" forName="parent_text_3" refType="w" fact="0.3478"/>
              <dgm:constr type="h" for="ch" forName="parent_text_3" refType="h" fact="0.1596"/>
              <dgm:constr type="l" for="ch" forName="accent_4" refType="w" fact="0.3766"/>
              <dgm:constr type="t" for="ch" forName="accent_4" refType="h" fact="0.9211"/>
              <dgm:constr type="w" for="ch" forName="accent_4" refType="w" fact="0.0696"/>
              <dgm:constr type="h" for="ch" forName="accent_4" refType="h" fact="0.0789"/>
              <dgm:constr type="l" for="ch" forName="parent_text_6" refType="w" fact="0.6328"/>
              <dgm:constr type="t" for="ch" forName="parent_text_6" refType="h" fact="0.7561"/>
              <dgm:constr type="w" for="ch" forName="parent_text_6" refType="w" fact="0.3478"/>
              <dgm:constr type="h" for="ch" forName="parent_text_6" refType="h" fact="0.1784"/>
              <dgm:constr type="l" for="ch" forName="accent_5" refType="w" fact="0.3431"/>
              <dgm:constr type="t" for="ch" forName="accent_5" refType="h" fact="0.6725"/>
              <dgm:constr type="w" for="ch" forName="accent_5" refType="w" fact="0.0386"/>
              <dgm:constr type="h" for="ch" forName="accent_5" refType="h" fact="0.0439"/>
            </dgm:constrLst>
          </dgm:else>
        </dgm:choose>
      </dgm:if>
      <dgm:if name="Name26" axis="ch" ptType="node" func="cnt" op="equ" val="7">
        <dgm:alg type="composite">
          <dgm:param type="ar" val="1.0352"/>
        </dgm:alg>
        <dgm:choose name="Name27">
          <dgm:if name="Name28" func="var" arg="dir" op="equ" val="norm">
            <dgm:constrLst>
              <dgm:constr type="primFontSz" for="des" ptType="node" op="equ" val="65"/>
              <dgm:constr type="l" for="ch" forName="accent_1" refType="w" fact="0.7553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2" refType="w" fact="0.483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90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352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435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4" refType="w" fact="0.4528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593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5" refType="w" fact="0.5301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5361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6" refType="w" fact="0.3864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3957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7" refType="w" fact="0.5291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5356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1" refType="w" fact="0.231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240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3813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63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5878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7038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.6522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6182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02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6265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652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105"/>
              <dgm:constr type="t" for="ch" forName="parent_text_7" refType="h" fact="0.87"/>
              <dgm:constr type="w" for="ch" forName="parent_text_7" refType="w" fact="0.407"/>
              <dgm:constr type="h" for="ch" forName="parent_text_7" refType="h" fact="0.13"/>
              <dgm:constr type="l" for="ch" forName="accent_6" refType="w" fact="0.6136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if>
          <dgm:else name="Name29">
            <dgm:constrLst>
              <dgm:constr type="primFontSz" for="des" ptType="node" op="equ" val="65"/>
              <dgm:constr type="l" for="ch" forName="accent_1" refType="w" fact="0.2061"/>
              <dgm:constr type="t" for="ch" forName="accent_1" refType="h" fact="0.96"/>
              <dgm:constr type="w" for="ch" forName="accent_1" refType="w" fact="0.0386"/>
              <dgm:constr type="h" for="ch" forName="accent_1" refType="h" fact="0.04"/>
              <dgm:constr type="l" for="ch" forName="image_accent_7" refType="w" fact="0.3606"/>
              <dgm:constr type="t" for="ch" forName="image_accent_7" refType="h" fact="0.8325"/>
              <dgm:constr type="w" for="ch" forName="image_accent_7" refType="w" fact="0.1103"/>
              <dgm:constr type="h" for="ch" forName="image_accent_7" refType="h" fact="0.1141"/>
              <dgm:constr type="l" for="ch" forName="image_7" refType="w" fact="0.3671"/>
              <dgm:constr type="t" for="ch" forName="image_7" refType="h" fact="0.8392"/>
              <dgm:constr type="w" for="ch" forName="image_7" refType="w" fact="0.0973"/>
              <dgm:constr type="h" for="ch" forName="image_7" refType="h" fact="0.1007"/>
              <dgm:constr type="l" for="ch" forName="image_accent_6" refType="w" fact="0.4379"/>
              <dgm:constr type="t" for="ch" forName="image_accent_6" refType="h" fact="0.68"/>
              <dgm:constr type="w" for="ch" forName="image_accent_6" refType="w" fact="0.1757"/>
              <dgm:constr type="h" for="ch" forName="image_accent_6" refType="h" fact="0.1819"/>
              <dgm:constr type="l" for="ch" forName="image_6" refType="w" fact="0.4471"/>
              <dgm:constr type="t" for="ch" forName="image_6" refType="h" fact="0.6896"/>
              <dgm:constr type="w" for="ch" forName="image_6" refType="w" fact="0.1572"/>
              <dgm:constr type="h" for="ch" forName="image_6" refType="h" fact="0.1627"/>
              <dgm:constr type="l" for="ch" forName="image_accent_5" refType="w" fact="0.3677"/>
              <dgm:constr type="t" for="ch" forName="image_accent_5" refType="h" fact="0.0592"/>
              <dgm:constr type="w" for="ch" forName="image_accent_5" refType="w" fact="0.1022"/>
              <dgm:constr type="h" for="ch" forName="image_accent_5" refType="h" fact="0.1058"/>
              <dgm:constr type="l" for="ch" forName="image_5" refType="w" fact="0.3738"/>
              <dgm:constr type="t" for="ch" forName="image_5" refType="h" fact="0.0654"/>
              <dgm:constr type="w" for="ch" forName="image_5" refType="w" fact="0.0902"/>
              <dgm:constr type="h" for="ch" forName="image_5" refType="h" fact="0.0933"/>
              <dgm:constr type="l" for="ch" forName="image_accent_4" refType="w" fact="0.437"/>
              <dgm:constr type="t" for="ch" forName="image_accent_4" refType="h" fact="0.1659"/>
              <dgm:constr type="w" for="ch" forName="image_accent_4" refType="w" fact="0.1103"/>
              <dgm:constr type="h" for="ch" forName="image_accent_4" refType="h" fact="0.1141"/>
              <dgm:constr type="l" for="ch" forName="image_4" refType="w" fact="0.4434"/>
              <dgm:constr type="t" for="ch" forName="image_4" refType="h" fact="0.1726"/>
              <dgm:constr type="w" for="ch" forName="image_4" refType="w" fact="0.0973"/>
              <dgm:constr type="h" for="ch" forName="image_4" refType="h" fact="0.1007"/>
              <dgm:constr type="l" for="ch" forName="image_accent_2" refType="w" fact="0.3942"/>
              <dgm:constr type="t" for="ch" forName="image_accent_2" refType="h" fact="0.4899"/>
              <dgm:constr type="w" for="ch" forName="image_accent_2" refType="w" fact="0.1226"/>
              <dgm:constr type="h" for="ch" forName="image_accent_2" refType="h" fact="0.1269"/>
              <dgm:constr type="l" for="ch" forName="image_2" refType="w" fact="0.4014"/>
              <dgm:constr type="t" for="ch" forName="image_2" refType="h" fact="0.4973"/>
              <dgm:constr type="w" for="ch" forName="image_2" refType="w" fact="0.1082"/>
              <dgm:constr type="h" for="ch" forName="image_2" refType="h" fact="0.112"/>
              <dgm:constr type="l" for="ch" forName="image_accent_3" refType="w" fact="0.4075"/>
              <dgm:constr type="t" for="ch" forName="image_accent_3" refType="h" fact="0.3107"/>
              <dgm:constr type="w" for="ch" forName="image_accent_3" refType="w" fact="0.1573"/>
              <dgm:constr type="h" for="ch" forName="image_accent_3" refType="h" fact="0.1628"/>
              <dgm:constr type="l" for="ch" forName="image_3" refType="w" fact="0.4158"/>
              <dgm:constr type="t" for="ch" forName="image_3" refType="h" fact="0.3193"/>
              <dgm:constr type="w" for="ch" forName="image_3" refType="w" fact="0.1407"/>
              <dgm:constr type="h" for="ch" forName="image_3" refType="h" fact="0.1456"/>
              <dgm:constr type="l" for="ch" forName="image_accent_1" refType="w" fact="0.5338"/>
              <dgm:constr type="t" for="ch" forName="image_accent_1" refType="h" fact="0.444"/>
              <dgm:constr type="w" for="ch" forName="image_accent_1" refType="w" fact="0.2344"/>
              <dgm:constr type="h" for="ch" forName="image_accent_1" refType="h" fact="0.2426"/>
              <dgm:constr type="l" for="ch" forName="image_1" refType="w" fact="0.5428"/>
              <dgm:constr type="t" for="ch" forName="image_1" refType="h" fact="0.4533"/>
              <dgm:constr type="w" for="ch" forName="image_1" refType="w" fact="0.2164"/>
              <dgm:constr type="h" for="ch" forName="image_1" refType="h" fact="0.224"/>
              <dgm:constr type="l" for="ch" forName="parent_text_1" refType="w" fact="0.6522"/>
              <dgm:constr type="t" for="ch" forName="parent_text_1" refType="h" fact="0.3193"/>
              <dgm:constr type="w" for="ch" forName="parent_text_1" refType="w" fact="0.3478"/>
              <dgm:constr type="h" for="ch" forName="parent_text_1" refType="h" fact="0.115"/>
              <dgm:constr type="l" for="ch" forName="accent_2" refType="w" fact="0.5492"/>
              <dgm:constr type="t" for="ch" forName="accent_2" refType="h" fact="0.2653"/>
              <dgm:constr type="w" for="ch" forName="accent_2" refType="w" fact="0.0696"/>
              <dgm:constr type="h" for="ch" forName="accent_2" refType="h" fact="0.072"/>
              <dgm:constr type="l" for="ch" forName="parent_text_2" refType="w" fact="0.0211"/>
              <dgm:constr type="t" for="ch" forName="parent_text_2" refType="h" fact="0.4973"/>
              <dgm:constr type="w" for="ch" forName="parent_text_2" refType="w" fact="0.3478"/>
              <dgm:constr type="h" for="ch" forName="parent_text_2" refType="h" fact="0.112"/>
              <dgm:constr type="l" for="ch" forName="parent_text_4" refType="w" fact="0.0644"/>
              <dgm:constr type="t" for="ch" forName="parent_text_4" refType="h" fact="0.1726"/>
              <dgm:constr type="w" for="ch" forName="parent_text_4" refType="w" fact="0.3478"/>
              <dgm:constr type="h" for="ch" forName="parent_text_4" refType="h" fact="0.1007"/>
              <dgm:constr type="l" for="ch" forName="accent_3" refType="w" fact="0.2705"/>
              <dgm:constr type="t" for="ch" forName="accent_3" refType="h" fact="0"/>
              <dgm:constr type="w" for="ch" forName="accent_3" refType="w" fact="0.0258"/>
              <dgm:constr type="h" for="ch" forName="accent_3" refType="h" fact="0.0267"/>
              <dgm:constr type="l" for="ch" forName="parent_text_5" refType="w" fact="0"/>
              <dgm:constr type="t" for="ch" forName="parent_text_5" refType="h" fact="0.0654"/>
              <dgm:constr type="w" for="ch" forName="parent_text_5" refType="w" fact="0.3478"/>
              <dgm:constr type="h" for="ch" forName="parent_text_5" refType="h" fact="0.0933"/>
              <dgm:constr type="l" for="ch" forName="parent_text_3" refType="w" fact="0.034"/>
              <dgm:constr type="t" for="ch" forName="parent_text_3" refType="h" fact="0.3193"/>
              <dgm:constr type="w" for="ch" forName="parent_text_3" refType="w" fact="0.3478"/>
              <dgm:constr type="h" for="ch" forName="parent_text_3" refType="h" fact="0.1456"/>
              <dgm:constr type="l" for="ch" forName="parent_text_6" refType="w" fact="0.63"/>
              <dgm:constr type="t" for="ch" forName="parent_text_6" refType="h" fact="0.6896"/>
              <dgm:constr type="w" for="ch" forName="parent_text_6" refType="w" fact="0.3478"/>
              <dgm:constr type="h" for="ch" forName="parent_text_6" refType="h" fact="0.1627"/>
              <dgm:constr type="l" for="ch" forName="accent_4" refType="w" fact="0.322"/>
              <dgm:constr type="t" for="ch" forName="accent_4" refType="h" fact="0.0213"/>
              <dgm:constr type="w" for="ch" forName="accent_4" refType="w" fact="0.0515"/>
              <dgm:constr type="h" for="ch" forName="accent_4" refType="h" fact="0.0533"/>
              <dgm:constr type="l" for="ch" forName="accent_5" refType="w" fact="0.2782"/>
              <dgm:constr type="t" for="ch" forName="accent_5" refType="h" fact="0.92"/>
              <dgm:constr type="w" for="ch" forName="accent_5" refType="w" fact="0.0696"/>
              <dgm:constr type="h" for="ch" forName="accent_5" refType="h" fact="0.072"/>
              <dgm:constr type="l" for="ch" forName="parent_text_7" refType="w" fact="0.485"/>
              <dgm:constr type="t" for="ch" forName="parent_text_7" refType="h" fact="0.87"/>
              <dgm:constr type="w" for="ch" forName="parent_text_7" refType="w" fact="0.347"/>
              <dgm:constr type="h" for="ch" forName="parent_text_7" refType="h" fact="0.13"/>
              <dgm:constr type="l" for="ch" forName="accent_6" refType="w" fact="0.3478"/>
              <dgm:constr type="t" for="ch" forName="accent_6" refType="h" fact="0.6133"/>
              <dgm:constr type="w" for="ch" forName="accent_6" refType="w" fact="0.0386"/>
              <dgm:constr type="h" for="ch" forName="accent_6" refType="h" fact="0.04"/>
            </dgm:constrLst>
          </dgm:else>
        </dgm:choose>
        <dgm:layoutNode name="accent_6" styleLbl="alignNode1">
          <dgm:alg type="sp"/>
          <dgm:shape xmlns:r="http://schemas.openxmlformats.org/officeDocument/2006/relationships" type="donut" r:blip="">
            <dgm:adjLst>
              <dgm:adj idx="1" val="0.0746"/>
            </dgm:adjLst>
          </dgm:shape>
          <dgm:presOf/>
        </dgm:layoutNode>
      </dgm:if>
      <dgm:else name="Name30">
        <dgm:alg type="composite">
          <dgm:param type="ar" val="0.9705"/>
        </dgm:alg>
        <dgm:choose name="Name31">
          <dgm:if name="Name32" func="var" arg="dir" op="equ" val="norm">
            <dgm:constrLst>
              <dgm:constr type="primFontSz" for="des" ptType="node" op="equ" val="65"/>
              <dgm:constr type="l" for="ch" forName="accent_1" refType="w" fact="0.7599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6182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6449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6538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5291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5356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3864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3957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5301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5361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528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593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483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90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352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435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231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240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3813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63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5878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7038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.6522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6182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02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6265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165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2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if>
          <dgm:else name="Name33">
            <dgm:constrLst>
              <dgm:constr type="primFontSz" for="des" ptType="node" op="equ" val="65"/>
              <dgm:constr type="l" for="ch" forName="accent_1" refType="w" fact="0.2014"/>
              <dgm:constr type="t" for="ch" forName="accent_1" refType="h" fact="0.925"/>
              <dgm:constr type="w" for="ch" forName="accent_1" refType="w" fact="0.0386"/>
              <dgm:constr type="h" for="ch" forName="accent_1" refType="h" fact="0.0375"/>
              <dgm:constr type="l" for="ch" forName="accent_2" refType="w" fact="0.3431"/>
              <dgm:constr type="t" for="ch" forName="accent_2" refType="h" fact="0.575"/>
              <dgm:constr type="w" for="ch" forName="accent_2" refType="w" fact="0.0386"/>
              <dgm:constr type="h" for="ch" forName="accent_2" refType="h" fact="0.0375"/>
              <dgm:constr type="l" for="ch" forName="image_accent_8" refType="w" fact="0.253"/>
              <dgm:constr type="t" for="ch" forName="image_accent_8" refType="h" fact="0.8508"/>
              <dgm:constr type="w" for="ch" forName="image_accent_8" refType="w" fact="0.1022"/>
              <dgm:constr type="h" for="ch" forName="image_accent_8" refType="h" fact="0.0992"/>
              <dgm:constr type="l" for="ch" forName="image_8" refType="w" fact="0.2619"/>
              <dgm:constr type="t" for="ch" forName="image_8" refType="h" fact="0.8595"/>
              <dgm:constr type="w" for="ch" forName="image_8" refType="w" fact="0.0844"/>
              <dgm:constr type="h" for="ch" forName="image_8" refType="h" fact="0.0819"/>
              <dgm:constr type="l" for="ch" forName="image_accent_7" refType="w" fact="0.3606"/>
              <dgm:constr type="t" for="ch" forName="image_accent_7" refType="h" fact="0.7805"/>
              <dgm:constr type="w" for="ch" forName="image_accent_7" refType="w" fact="0.1103"/>
              <dgm:constr type="h" for="ch" forName="image_accent_7" refType="h" fact="0.107"/>
              <dgm:constr type="l" for="ch" forName="image_7" refType="w" fact="0.3671"/>
              <dgm:constr type="t" for="ch" forName="image_7" refType="h" fact="0.7868"/>
              <dgm:constr type="w" for="ch" forName="image_7" refType="w" fact="0.0973"/>
              <dgm:constr type="h" for="ch" forName="image_7" refType="h" fact="0.0944"/>
              <dgm:constr type="l" for="ch" forName="image_accent_6" refType="w" fact="0.4379"/>
              <dgm:constr type="t" for="ch" forName="image_accent_6" refType="h" fact="0.6375"/>
              <dgm:constr type="w" for="ch" forName="image_accent_6" refType="w" fact="0.1757"/>
              <dgm:constr type="h" for="ch" forName="image_accent_6" refType="h" fact="0.1706"/>
              <dgm:constr type="l" for="ch" forName="image_6" refType="w" fact="0.4471"/>
              <dgm:constr type="t" for="ch" forName="image_6" refType="h" fact="0.6465"/>
              <dgm:constr type="w" for="ch" forName="image_6" refType="w" fact="0.1572"/>
              <dgm:constr type="h" for="ch" forName="image_6" refType="h" fact="0.1525"/>
              <dgm:constr type="l" for="ch" forName="image_accent_5" refType="w" fact="0.3677"/>
              <dgm:constr type="t" for="ch" forName="image_accent_5" refType="h" fact="0.0555"/>
              <dgm:constr type="w" for="ch" forName="image_accent_5" refType="w" fact="0.1022"/>
              <dgm:constr type="h" for="ch" forName="image_accent_5" refType="h" fact="0.0992"/>
              <dgm:constr type="l" for="ch" forName="image_5" refType="w" fact="0.3738"/>
              <dgm:constr type="t" for="ch" forName="image_5" refType="h" fact="0.0613"/>
              <dgm:constr type="w" for="ch" forName="image_5" refType="w" fact="0.0902"/>
              <dgm:constr type="h" for="ch" forName="image_5" refType="h" fact="0.0875"/>
              <dgm:constr type="l" for="ch" forName="image_accent_4" refType="w" fact="0.437"/>
              <dgm:constr type="t" for="ch" forName="image_accent_4" refType="h" fact="0.1555"/>
              <dgm:constr type="w" for="ch" forName="image_accent_4" refType="w" fact="0.1103"/>
              <dgm:constr type="h" for="ch" forName="image_accent_4" refType="h" fact="0.107"/>
              <dgm:constr type="l" for="ch" forName="image_4" refType="w" fact="0.4434"/>
              <dgm:constr type="t" for="ch" forName="image_4" refType="h" fact="0.1618"/>
              <dgm:constr type="w" for="ch" forName="image_4" refType="w" fact="0.0973"/>
              <dgm:constr type="h" for="ch" forName="image_4" refType="h" fact="0.0944"/>
              <dgm:constr type="l" for="ch" forName="image_accent_2" refType="w" fact="0.3942"/>
              <dgm:constr type="t" for="ch" forName="image_accent_2" refType="h" fact="0.4593"/>
              <dgm:constr type="w" for="ch" forName="image_accent_2" refType="w" fact="0.1226"/>
              <dgm:constr type="h" for="ch" forName="image_accent_2" refType="h" fact="0.119"/>
              <dgm:constr type="l" for="ch" forName="image_2" refType="w" fact="0.4014"/>
              <dgm:constr type="t" for="ch" forName="image_2" refType="h" fact="0.4663"/>
              <dgm:constr type="w" for="ch" forName="image_2" refType="w" fact="0.1082"/>
              <dgm:constr type="h" for="ch" forName="image_2" refType="h" fact="0.105"/>
              <dgm:constr type="l" for="ch" forName="image_accent_3" refType="w" fact="0.4075"/>
              <dgm:constr type="t" for="ch" forName="image_accent_3" refType="h" fact="0.2913"/>
              <dgm:constr type="w" for="ch" forName="image_accent_3" refType="w" fact="0.1573"/>
              <dgm:constr type="h" for="ch" forName="image_accent_3" refType="h" fact="0.1526"/>
              <dgm:constr type="l" for="ch" forName="image_3" refType="w" fact="0.4158"/>
              <dgm:constr type="t" for="ch" forName="image_3" refType="h" fact="0.2993"/>
              <dgm:constr type="w" for="ch" forName="image_3" refType="w" fact="0.1407"/>
              <dgm:constr type="h" for="ch" forName="image_3" refType="h" fact="0.1365"/>
              <dgm:constr type="l" for="ch" forName="image_accent_1" refType="w" fact="0.5338"/>
              <dgm:constr type="t" for="ch" forName="image_accent_1" refType="h" fact="0.4163"/>
              <dgm:constr type="w" for="ch" forName="image_accent_1" refType="w" fact="0.2344"/>
              <dgm:constr type="h" for="ch" forName="image_accent_1" refType="h" fact="0.2275"/>
              <dgm:constr type="l" for="ch" forName="image_1" refType="w" fact="0.5428"/>
              <dgm:constr type="t" for="ch" forName="image_1" refType="h" fact="0.425"/>
              <dgm:constr type="w" for="ch" forName="image_1" refType="w" fact="0.2164"/>
              <dgm:constr type="h" for="ch" forName="image_1" refType="h" fact="0.21"/>
              <dgm:constr type="l" for="ch" forName="parent_text_1" refType="w" fact="0.6522"/>
              <dgm:constr type="t" for="ch" forName="parent_text_1" refType="h" fact="0.2993"/>
              <dgm:constr type="w" for="ch" forName="parent_text_1" refType="w" fact="0.3478"/>
              <dgm:constr type="h" for="ch" forName="parent_text_1" refType="h" fact="0.11"/>
              <dgm:constr type="l" for="ch" forName="accent_3" refType="w" fact="0.5492"/>
              <dgm:constr type="t" for="ch" forName="accent_3" refType="h" fact="0.2488"/>
              <dgm:constr type="w" for="ch" forName="accent_3" refType="w" fact="0.0696"/>
              <dgm:constr type="h" for="ch" forName="accent_3" refType="h" fact="0.0675"/>
              <dgm:constr type="l" for="ch" forName="parent_text_2" refType="w" fact="0.0211"/>
              <dgm:constr type="t" for="ch" forName="parent_text_2" refType="h" fact="0.4663"/>
              <dgm:constr type="w" for="ch" forName="parent_text_2" refType="w" fact="0.3478"/>
              <dgm:constr type="h" for="ch" forName="parent_text_2" refType="h" fact="0.105"/>
              <dgm:constr type="l" for="ch" forName="parent_text_4" refType="w" fact="0.0635"/>
              <dgm:constr type="t" for="ch" forName="parent_text_4" refType="h" fact="0.1618"/>
              <dgm:constr type="w" for="ch" forName="parent_text_4" refType="w" fact="0.3478"/>
              <dgm:constr type="h" for="ch" forName="parent_text_4" refType="h" fact="0.0944"/>
              <dgm:constr type="l" for="ch" forName="accent_4" refType="w" fact="0.2705"/>
              <dgm:constr type="t" for="ch" forName="accent_4" refType="h" fact="0"/>
              <dgm:constr type="w" for="ch" forName="accent_4" refType="w" fact="0.0258"/>
              <dgm:constr type="h" for="ch" forName="accent_4" refType="h" fact="0.025"/>
              <dgm:constr type="l" for="ch" forName="parent_text_5" refType="w" fact="0"/>
              <dgm:constr type="t" for="ch" forName="parent_text_5" refType="h" fact="0.0625"/>
              <dgm:constr type="w" for="ch" forName="parent_text_5" refType="w" fact="0.3478"/>
              <dgm:constr type="h" for="ch" forName="parent_text_5" refType="h" fact="0.0863"/>
              <dgm:constr type="l" for="ch" forName="parent_text_3" refType="w" fact="0.034"/>
              <dgm:constr type="t" for="ch" forName="parent_text_3" refType="h" fact="0.2993"/>
              <dgm:constr type="w" for="ch" forName="parent_text_3" refType="w" fact="0.3478"/>
              <dgm:constr type="h" for="ch" forName="parent_text_3" refType="h" fact="0.1365"/>
              <dgm:constr type="l" for="ch" forName="parent_text_6" refType="w" fact="0.635"/>
              <dgm:constr type="t" for="ch" forName="parent_text_6" refType="h" fact="0.6465"/>
              <dgm:constr type="w" for="ch" forName="parent_text_6" refType="w" fact="0.3478"/>
              <dgm:constr type="h" for="ch" forName="parent_text_6" refType="h" fact="0.1525"/>
              <dgm:constr type="l" for="ch" forName="accent_5" refType="w" fact="0.322"/>
              <dgm:constr type="t" for="ch" forName="accent_5" refType="h" fact="0.02"/>
              <dgm:constr type="w" for="ch" forName="accent_5" refType="w" fact="0.0515"/>
              <dgm:constr type="h" for="ch" forName="accent_5" refType="h" fact="0.05"/>
              <dgm:constr type="l" for="ch" forName="parent_text_7" refType="w" fact="0.49"/>
              <dgm:constr type="t" for="ch" forName="parent_text_7" refType="h" fact="0.81"/>
              <dgm:constr type="w" for="ch" forName="parent_text_7" refType="w" fact="0.3478"/>
              <dgm:constr type="h" for="ch" forName="parent_text_7" refType="h" fact="0.077"/>
              <dgm:constr type="l" for="ch" forName="parent_text_8" refType="w" fact="0.375"/>
              <dgm:constr type="t" for="ch" forName="parent_text_8" refType="h" fact="0.89"/>
              <dgm:constr type="w" for="ch" forName="parent_text_8" refType="w" fact="0.3478"/>
              <dgm:constr type="h" for="ch" forName="parent_text_8" refType="h" fact="0.11"/>
            </dgm:constrLst>
          </dgm:else>
        </dgm:choose>
      </dgm:else>
    </dgm:choose>
    <dgm:forEach name="wrapper" axis="self" ptType="parTrans">
      <dgm:forEach name="wrapper2" axis="self" ptType="sibTrans" st="2">
        <dgm:forEach name="imageAccentRepeat" axis="self">
          <dgm:layoutNode name="imageAccentRepeatNode" styleLbl="alignNode1">
            <dgm:alg type="sp"/>
            <dgm:shape xmlns:r="http://schemas.openxmlformats.org/officeDocument/2006/relationships" type="ellipse" r:blip="">
              <dgm:adjLst/>
            </dgm:shape>
            <dgm:presOf/>
          </dgm:layoutNode>
        </dgm:forEach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forEach name="Name34" axis="ch" ptType="node" cnt="1">
      <dgm:layoutNode name="parent_text_1" styleLbl="revTx">
        <dgm:varLst>
          <dgm:chMax val="0"/>
          <dgm:chPref val="0"/>
          <dgm:bulletEnabled val="1"/>
        </dgm:varLst>
        <dgm:choose name="Name35">
          <dgm:if name="Name36" func="var" arg="dir" op="equ" val="norm">
            <dgm:alg type="tx">
              <dgm:param type="parTxLTRAlign" val="r"/>
              <dgm:param type="shpTxLTRAlignCh" val="r"/>
              <dgm:param type="txAnchorVert" val="b"/>
              <dgm:param type="lnSpCh" val="15"/>
            </dgm:alg>
          </dgm:if>
          <dgm:else name="Name37">
            <dgm:alg type="tx">
              <dgm:param type="parTxLTRAlign" val="l"/>
              <dgm:param type="shpTxLTRAlignCh" val="l"/>
              <dgm:param type="txAnchorVert" val="b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01"/>
        </dgm:constrLst>
        <dgm:ruleLst>
          <dgm:rule type="primFontSz" val="5" fact="NaN" max="NaN"/>
        </dgm:ruleLst>
      </dgm:layoutNode>
      <dgm:layoutNode name="image_accent_1">
        <dgm:alg type="sp"/>
        <dgm:shape xmlns:r="http://schemas.openxmlformats.org/officeDocument/2006/relationships" r:blip="">
          <dgm:adjLst/>
        </dgm:shape>
        <dgm:presOf/>
        <dgm:constrLst/>
        <dgm:forEach name="Name38" ref="imageAccentRepeat"/>
      </dgm:layoutNode>
      <dgm:layoutNode name="accent_1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39" axis="ch" ptType="sibTrans" hideLastTrans="0" cnt="1">
      <dgm:layoutNode name="image_1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</dgm:forEach>
    <dgm:forEach name="Name41" axis="ch" ptType="node" st="2" cnt="1">
      <dgm:layoutNode name="parent_text_2" styleLbl="revTx">
        <dgm:varLst>
          <dgm:chMax val="0"/>
          <dgm:chPref val="0"/>
          <dgm:bulletEnabled val="1"/>
        </dgm:varLst>
        <dgm:choose name="Name42">
          <dgm:if name="Name43" func="var" arg="dir" op="equ" val="norm">
            <dgm:alg type="tx">
              <dgm:param type="parTxLTRAlign" val="l"/>
              <dgm:param type="lnSpCh" val="15"/>
            </dgm:alg>
          </dgm:if>
          <dgm:else name="Name44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2">
        <dgm:alg type="sp"/>
        <dgm:shape xmlns:r="http://schemas.openxmlformats.org/officeDocument/2006/relationships" r:blip="">
          <dgm:adjLst/>
        </dgm:shape>
        <dgm:presOf/>
        <dgm:constrLst/>
        <dgm:forEach name="Name45" ref="imageAccentRepeat"/>
      </dgm:layoutNode>
    </dgm:forEach>
    <dgm:forEach name="Name46" axis="ch" ptType="sibTrans" hideLastTrans="0" st="2" cnt="1">
      <dgm:layoutNode name="image_2">
        <dgm:alg type="sp"/>
        <dgm:shape xmlns:r="http://schemas.openxmlformats.org/officeDocument/2006/relationships" r:blip="">
          <dgm:adjLst/>
        </dgm:shape>
        <dgm:presOf/>
        <dgm:constrLst/>
        <dgm:forEach name="Name47" ref="imageRepeat"/>
      </dgm:layoutNode>
    </dgm:forEach>
    <dgm:forEach name="Name48" axis="ch" ptType="node" st="3" cnt="1">
      <dgm:layoutNode name="image_accent_3">
        <dgm:alg type="sp"/>
        <dgm:shape xmlns:r="http://schemas.openxmlformats.org/officeDocument/2006/relationships" r:blip="">
          <dgm:adjLst/>
        </dgm:shape>
        <dgm:presOf/>
        <dgm:constrLst/>
        <dgm:forEach name="Name49" ref="imageAccentRepeat"/>
      </dgm:layoutNode>
      <dgm:layoutNode name="parent_text_3" styleLbl="revTx">
        <dgm:varLst>
          <dgm:chMax val="0"/>
          <dgm:chPref val="0"/>
          <dgm:bulletEnabled val="1"/>
        </dgm:varLst>
        <dgm:choose name="Name50">
          <dgm:if name="Name51" func="var" arg="dir" op="equ" val="norm">
            <dgm:alg type="tx">
              <dgm:param type="parTxLTRAlign" val="l"/>
              <dgm:param type="lnSpCh" val="15"/>
            </dgm:alg>
          </dgm:if>
          <dgm:else name="Name52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2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  <dgm:layoutNode name="accent_3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53" axis="ch" ptType="sibTrans" hideLastTrans="0" st="3" cnt="1">
      <dgm:layoutNode name="image_3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</dgm:forEach>
    <dgm:forEach name="Name55" axis="ch" ptType="node" st="4" cnt="1">
      <dgm:layoutNode name="image_accent_4">
        <dgm:alg type="sp"/>
        <dgm:shape xmlns:r="http://schemas.openxmlformats.org/officeDocument/2006/relationships" r:blip="">
          <dgm:adjLst/>
        </dgm:shape>
        <dgm:presOf/>
        <dgm:constrLst/>
        <dgm:forEach name="Name56" ref="imageAccentRepeat"/>
      </dgm:layoutNode>
      <dgm:layoutNode name="parent_text_4" styleLbl="revTx">
        <dgm:varLst>
          <dgm:chMax val="0"/>
          <dgm:chPref val="0"/>
          <dgm:bulletEnabled val="1"/>
        </dgm:varLst>
        <dgm:choose name="Name57">
          <dgm:if name="Name58" func="var" arg="dir" op="equ" val="norm">
            <dgm:alg type="tx">
              <dgm:param type="parTxLTRAlign" val="l"/>
              <dgm:param type="lnSpCh" val="15"/>
            </dgm:alg>
          </dgm:if>
          <dgm:else name="Name59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accent_4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60" axis="ch" ptType="sibTrans" hideLastTrans="0" st="4" cnt="1">
      <dgm:layoutNode name="image_4">
        <dgm:alg type="sp"/>
        <dgm:shape xmlns:r="http://schemas.openxmlformats.org/officeDocument/2006/relationships" r:blip="">
          <dgm:adjLst/>
        </dgm:shape>
        <dgm:presOf/>
        <dgm:constrLst/>
        <dgm:forEach name="Name61" ref="imageRepeat"/>
      </dgm:layoutNode>
    </dgm:forEach>
    <dgm:forEach name="Name62" axis="ch" ptType="node" st="5" cnt="1">
      <dgm:layoutNode name="image_accent_5">
        <dgm:alg type="sp"/>
        <dgm:shape xmlns:r="http://schemas.openxmlformats.org/officeDocument/2006/relationships" r:blip="">
          <dgm:adjLst/>
        </dgm:shape>
        <dgm:presOf/>
        <dgm:constrLst/>
        <dgm:forEach name="Name63" ref="imageAccentRepeat"/>
      </dgm:layoutNode>
      <dgm:layoutNode name="parent_text_5" styleLbl="revTx">
        <dgm:varLst>
          <dgm:chMax val="0"/>
          <dgm:chPref val="0"/>
          <dgm:bulletEnabled val="1"/>
        </dgm:varLst>
        <dgm:choose name="Name64">
          <dgm:if name="Name65" func="var" arg="dir" op="equ" val="norm">
            <dgm:alg type="tx">
              <dgm:param type="parTxLTRAlign" val="l"/>
              <dgm:param type="lnSpCh" val="15"/>
            </dgm:alg>
          </dgm:if>
          <dgm:else name="Name66">
            <dgm:alg type="tx">
              <dgm:param type="parTxLTRAlign" val="r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sibTrans" hideLastTrans="0" st="5" cnt="1">
      <dgm:layoutNode name="image_5">
        <dgm:alg type="sp"/>
        <dgm:shape xmlns:r="http://schemas.openxmlformats.org/officeDocument/2006/relationships" r:blip="">
          <dgm:adjLst/>
        </dgm:shape>
        <dgm:presOf/>
        <dgm:constrLst/>
        <dgm:forEach name="Name68" ref="imageRepeat"/>
      </dgm:layoutNode>
    </dgm:forEach>
    <dgm:forEach name="Name69" axis="ch" ptType="node" st="6" cnt="1">
      <dgm:layoutNode name="parent_text_6" styleLbl="revTx">
        <dgm:varLst>
          <dgm:chMax val="0"/>
          <dgm:chPref val="0"/>
          <dgm:bulletEnabled val="1"/>
        </dgm:varLst>
        <dgm:choose name="Name70">
          <dgm:if name="Name71" func="var" arg="dir" op="equ" val="norm">
            <dgm:alg type="tx">
              <dgm:param type="parTxLTRAlign" val="r"/>
              <dgm:param type="shpTxLTRAlignCh" val="r"/>
              <dgm:param type="lnSpCh" val="15"/>
            </dgm:alg>
          </dgm:if>
          <dgm:else name="Name72">
            <dgm:alg type="tx">
              <dgm:param type="parTxLTRAlign" val="l"/>
              <dgm:param type="shpTxLTRAlignCh" val="l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6">
        <dgm:alg type="sp"/>
        <dgm:shape xmlns:r="http://schemas.openxmlformats.org/officeDocument/2006/relationships" r:blip="">
          <dgm:adjLst/>
        </dgm:shape>
        <dgm:presOf/>
        <dgm:constrLst/>
        <dgm:forEach name="Name73" ref="imageAccentRepeat"/>
      </dgm:layoutNode>
      <dgm:layoutNode name="accent_5" styleLbl="alignNode1">
        <dgm:alg type="sp"/>
        <dgm:shape xmlns:r="http://schemas.openxmlformats.org/officeDocument/2006/relationships" type="donut" r:blip="">
          <dgm:adjLst>
            <dgm:adj idx="1" val="0.0746"/>
          </dgm:adjLst>
        </dgm:shape>
        <dgm:presOf/>
      </dgm:layoutNode>
    </dgm:forEach>
    <dgm:forEach name="Name74" axis="ch" ptType="sibTrans" hideLastTrans="0" st="6" cnt="1">
      <dgm:layoutNode name="image_6">
        <dgm:alg type="sp"/>
        <dgm:shape xmlns:r="http://schemas.openxmlformats.org/officeDocument/2006/relationships" r:blip="">
          <dgm:adjLst/>
        </dgm:shape>
        <dgm:presOf/>
        <dgm:constrLst/>
        <dgm:forEach name="Name75" ref="imageRepeat"/>
      </dgm:layoutNode>
    </dgm:forEach>
    <dgm:forEach name="Name76" axis="ch" ptType="node" st="7" cnt="1">
      <dgm:layoutNode name="parent_text_7" styleLbl="revTx">
        <dgm:varLst>
          <dgm:chMax val="0"/>
          <dgm:chPref val="0"/>
          <dgm:bulletEnabled val="1"/>
        </dgm:varLst>
        <dgm:choose name="Name77">
          <dgm:if name="Name78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79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7">
        <dgm:alg type="sp"/>
        <dgm:shape xmlns:r="http://schemas.openxmlformats.org/officeDocument/2006/relationships" r:blip="">
          <dgm:adjLst/>
        </dgm:shape>
        <dgm:presOf/>
        <dgm:constrLst/>
        <dgm:forEach name="Name80" ref="imageAccentRepeat"/>
      </dgm:layoutNode>
    </dgm:forEach>
    <dgm:forEach name="Name81" axis="ch" ptType="sibTrans" hideLastTrans="0" st="7" cnt="1">
      <dgm:layoutNode name="image_7">
        <dgm:alg type="sp"/>
        <dgm:shape xmlns:r="http://schemas.openxmlformats.org/officeDocument/2006/relationships" r:blip="">
          <dgm:adjLst/>
        </dgm:shape>
        <dgm:presOf/>
        <dgm:constrLst/>
        <dgm:forEach name="Name82" ref="imageRepeat"/>
      </dgm:layoutNode>
    </dgm:forEach>
    <dgm:forEach name="Name83" axis="ch" ptType="node" st="8" cnt="1">
      <dgm:layoutNode name="parent_text_8" styleLbl="revTx">
        <dgm:varLst>
          <dgm:chMax val="0"/>
          <dgm:chPref val="0"/>
          <dgm:bulletEnabled val="1"/>
        </dgm:varLst>
        <dgm:choose name="Name84">
          <dgm:if name="Name85" func="var" arg="dir" op="equ" val="norm">
            <dgm:alg type="tx">
              <dgm:param type="parTxLTRAlign" val="r"/>
              <dgm:param type="shpTxLTRAlignCh" val="r"/>
              <dgm:param type="txAnchorVert" val="t"/>
              <dgm:param type="lnSpCh" val="15"/>
            </dgm:alg>
          </dgm:if>
          <dgm:else name="Name86">
            <dgm:alg type="tx">
              <dgm:param type="parTxLTRAlign" val="l"/>
              <dgm:param type="shpTxLTRAlignCh" val="l"/>
              <dgm:param type="txAnchorVert" val="t"/>
              <dgm:param type="lnSpCh" val="15"/>
            </dgm:alg>
          </dgm:else>
        </dgm:choose>
        <dgm:shape xmlns:r="http://schemas.openxmlformats.org/officeDocument/2006/relationships" type="rect" r:blip="" zOrderOff="99999">
          <dgm:adjLst/>
        </dgm:shape>
        <dgm:presOf axis="desOr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layoutNode name="image_accent_8">
        <dgm:alg type="sp"/>
        <dgm:shape xmlns:r="http://schemas.openxmlformats.org/officeDocument/2006/relationships" r:blip="">
          <dgm:adjLst/>
        </dgm:shape>
        <dgm:presOf/>
        <dgm:constrLst/>
        <dgm:forEach name="Name87" ref="imageAccentRepeat"/>
      </dgm:layoutNode>
    </dgm:forEach>
    <dgm:forEach name="Name88" axis="ch" ptType="sibTrans" hideLastTrans="0" st="8" cnt="1">
      <dgm:layoutNode name="image_8">
        <dgm:alg type="sp"/>
        <dgm:shape xmlns:r="http://schemas.openxmlformats.org/officeDocument/2006/relationships" r:blip="">
          <dgm:adjLst/>
        </dgm:shape>
        <dgm:presOf/>
        <dgm:constrLst/>
        <dgm:forEach name="Name89" ref="imageRepeat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1451" y="1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9E228B1-460D-4AE4-B993-04CF758C8414}" type="datetimeFigureOut">
              <a:rPr lang="en-GB"/>
              <a:pPr>
                <a:defRPr/>
              </a:pPr>
              <a:t>30/03/2025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1451" y="9428584"/>
            <a:ext cx="2938780" cy="496332"/>
          </a:xfrm>
          <a:prstGeom prst="rect">
            <a:avLst/>
          </a:prstGeom>
        </p:spPr>
        <p:txBody>
          <a:bodyPr vert="horz" lIns="91436" tIns="45718" rIns="91436" bIns="45718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959A12A-1EBB-4019-8256-B924663AE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139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1451" y="1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9638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8180" y="4715154"/>
            <a:ext cx="54254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1451" y="9428584"/>
            <a:ext cx="2938780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FE9FE9C-03FC-4B29-9A62-0E5C9AD44A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898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268761"/>
            <a:ext cx="8280920" cy="1440160"/>
          </a:xfrm>
        </p:spPr>
        <p:txBody>
          <a:bodyPr anchor="ctr" anchorCtr="0">
            <a:normAutofit/>
          </a:bodyPr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395536" y="3123819"/>
            <a:ext cx="5544616" cy="2681445"/>
          </a:xfrm>
        </p:spPr>
        <p:txBody>
          <a:bodyPr>
            <a:normAutofit/>
          </a:bodyPr>
          <a:lstStyle>
            <a:lvl1pPr marL="0" marR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7" name="Rectangle 21"/>
          <p:cNvSpPr>
            <a:spLocks noChangeArrowheads="1"/>
          </p:cNvSpPr>
          <p:nvPr userDrawn="1"/>
        </p:nvSpPr>
        <p:spPr bwMode="auto">
          <a:xfrm>
            <a:off x="3851275" y="115888"/>
            <a:ext cx="11945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  <a:latin typeface="Georgia" pitchFamily="18" charset="0"/>
              </a:rPr>
              <a:t>Texte</a:t>
            </a:r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638" y="177364"/>
            <a:ext cx="113347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49" y="137900"/>
            <a:ext cx="720725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80601" y="212480"/>
            <a:ext cx="2105134" cy="57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Espace réservé du texte 22"/>
          <p:cNvSpPr>
            <a:spLocks noGrp="1"/>
          </p:cNvSpPr>
          <p:nvPr>
            <p:ph type="body" sz="quarter" idx="10"/>
          </p:nvPr>
        </p:nvSpPr>
        <p:spPr>
          <a:xfrm>
            <a:off x="395536" y="5950099"/>
            <a:ext cx="8352928" cy="503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4" name="Forme en L 23"/>
          <p:cNvSpPr/>
          <p:nvPr userDrawn="1"/>
        </p:nvSpPr>
        <p:spPr>
          <a:xfrm>
            <a:off x="225959" y="1667032"/>
            <a:ext cx="8522505" cy="1248087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pour une image  13"/>
          <p:cNvSpPr>
            <a:spLocks noGrp="1"/>
          </p:cNvSpPr>
          <p:nvPr>
            <p:ph type="pic" sz="quarter" idx="11"/>
          </p:nvPr>
        </p:nvSpPr>
        <p:spPr>
          <a:xfrm>
            <a:off x="6048464" y="3105264"/>
            <a:ext cx="2700000" cy="2700000"/>
          </a:xfrm>
          <a:prstGeom prst="ellipse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1600"/>
            </a:lvl1pPr>
          </a:lstStyle>
          <a:p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40237" y="180420"/>
            <a:ext cx="1919384" cy="87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16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269908"/>
            <a:ext cx="8640960" cy="485625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1" name="Forme en L 10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space réservé du pied de page 2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28" name="Espace réservé du numéro de diapositive 27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29" name="Forme en L 2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0" y="6386883"/>
            <a:ext cx="829313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97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1520" y="1270563"/>
            <a:ext cx="4244280" cy="48556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14" name="Forme en L 13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dirty="0"/>
              <a:t>CONFERENCE - Ville, Pays - Date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9" name="Forme en L 18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1" y="6386883"/>
            <a:ext cx="794530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8797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8" name="Forme en L 7"/>
          <p:cNvSpPr/>
          <p:nvPr userDrawn="1"/>
        </p:nvSpPr>
        <p:spPr>
          <a:xfrm>
            <a:off x="179512" y="508001"/>
            <a:ext cx="8710736" cy="616743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01203F"/>
              </a:gs>
              <a:gs pos="23000">
                <a:srgbClr val="567CA3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orme en L 3"/>
          <p:cNvSpPr/>
          <p:nvPr userDrawn="1"/>
        </p:nvSpPr>
        <p:spPr>
          <a:xfrm flipH="1" flipV="1">
            <a:off x="251520" y="6271326"/>
            <a:ext cx="8712968" cy="473395"/>
          </a:xfrm>
          <a:prstGeom prst="corner">
            <a:avLst>
              <a:gd name="adj1" fmla="val 12375"/>
              <a:gd name="adj2" fmla="val 14726"/>
            </a:avLst>
          </a:prstGeom>
          <a:gradFill flip="none" rotWithShape="1">
            <a:gsLst>
              <a:gs pos="0">
                <a:srgbClr val="3F6388"/>
              </a:gs>
              <a:gs pos="23000">
                <a:srgbClr val="6798BF"/>
              </a:gs>
              <a:gs pos="100000">
                <a:srgbClr val="83C4EC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490" descr="LOGO_LSPM_CMJN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381328"/>
            <a:ext cx="597149" cy="37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 descr="C:\Documents and Settings\kamel Baba\Bureau\logo_cnrs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373451"/>
            <a:ext cx="379700" cy="3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>
          <a:xfrm>
            <a:off x="8172400" y="6376243"/>
            <a:ext cx="720080" cy="365125"/>
          </a:xfrm>
        </p:spPr>
        <p:txBody>
          <a:bodyPr vert="horz" lIns="91440" tIns="45720" rIns="91440" bIns="45720" rtlCol="0" anchor="ctr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2"/>
          </p:nvPr>
        </p:nvSpPr>
        <p:spPr>
          <a:xfrm>
            <a:off x="2627784" y="6356350"/>
            <a:ext cx="5400600" cy="365125"/>
          </a:xfrm>
        </p:spPr>
        <p:txBody>
          <a:bodyPr vert="horz" lIns="91440" tIns="45720" rIns="91440" bIns="45720" rtlCol="0" anchor="ctr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fr-FR" sz="1200" kern="1200" smtClean="0">
                <a:solidFill>
                  <a:schemeClr val="tx2"/>
                </a:solidFill>
                <a:latin typeface="+mj-lt"/>
                <a:ea typeface="+mn-ea"/>
                <a:cs typeface="Arial" charset="0"/>
              </a:defRPr>
            </a:lvl1pPr>
          </a:lstStyle>
          <a:p>
            <a:r>
              <a:rPr lang="fr-FR"/>
              <a:t>CONFERENCE - Ville, Pays - Date</a:t>
            </a:r>
            <a:endParaRPr lang="fr-FR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438431" y="6386883"/>
            <a:ext cx="794530" cy="374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283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18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640960" cy="994122"/>
          </a:xfrm>
          <a:prstGeom prst="rect">
            <a:avLst/>
          </a:prstGeom>
          <a:gradFill flip="none" rotWithShape="1">
            <a:gsLst>
              <a:gs pos="0">
                <a:srgbClr val="5D8BB4"/>
              </a:gs>
              <a:gs pos="45000">
                <a:schemeClr val="accent2">
                  <a:lumMod val="20000"/>
                  <a:lumOff val="80000"/>
                </a:schemeClr>
              </a:gs>
              <a:gs pos="26000">
                <a:srgbClr val="81C4EE"/>
              </a:gs>
              <a:gs pos="100000">
                <a:schemeClr val="bg1"/>
              </a:gs>
            </a:gsLst>
            <a:lin ang="18900000" scaled="1"/>
            <a:tileRect/>
          </a:gra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Modifiez le style du titre</a:t>
            </a:r>
            <a:endParaRPr lang="en-GB" dirty="0"/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51520" y="1484784"/>
            <a:ext cx="8640960" cy="4641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CONFERENCE - Ville, Pays - Date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85A95-E1CC-4DC7-938C-5BF234670505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2" r:id="rId3"/>
    <p:sldLayoutId id="2147483944" r:id="rId4"/>
    <p:sldLayoutId id="2147483945" r:id="rId5"/>
  </p:sldLayoutIdLst>
  <p:hf hdr="0" dt="0"/>
  <p:txStyles>
    <p:titleStyle>
      <a:lvl1pPr marL="180000"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mailto:Jonathan.mougenot@lspm.cnrs.f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5.gif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28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4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fr-FR" sz="2600" dirty="0"/>
              <a:t>Étude des structures et de la cinétique de croissance d’édifices atomiques par dynamique moléculaire classique</a:t>
            </a:r>
            <a:endParaRPr lang="fr-FR" sz="2600" dirty="0">
              <a:solidFill>
                <a:srgbClr val="FF0000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3429000"/>
            <a:ext cx="5544616" cy="208823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algn="l"/>
            <a:r>
              <a:rPr lang="fr-FR" sz="2800" dirty="0"/>
              <a:t>Assann DEDE</a:t>
            </a:r>
          </a:p>
          <a:p>
            <a:pPr algn="l"/>
            <a:r>
              <a:rPr lang="en-US" sz="2400" dirty="0"/>
              <a:t>Durée du stage : 1 </a:t>
            </a:r>
            <a:r>
              <a:rPr lang="en-US" sz="2400" dirty="0" err="1"/>
              <a:t>mois</a:t>
            </a:r>
            <a:endParaRPr lang="fr-FR" sz="2400" dirty="0"/>
          </a:p>
          <a:p>
            <a:endParaRPr lang="fr-FR" sz="2800" dirty="0"/>
          </a:p>
          <a:p>
            <a:r>
              <a:rPr lang="fr-FR" sz="2800" dirty="0"/>
              <a:t>LSPM UPR 3407 – CNRS</a:t>
            </a:r>
          </a:p>
          <a:p>
            <a:r>
              <a:rPr lang="fr-FR" sz="1900" dirty="0"/>
              <a:t>99 avenue Jean-Baptiste Clément, F-93430 Villetaneuse</a:t>
            </a:r>
          </a:p>
          <a:p>
            <a:r>
              <a:rPr lang="fr-FR" sz="1900" dirty="0">
                <a:hlinkClick r:id="rId2"/>
              </a:rPr>
              <a:t>Jonathan.mougenot@lspm.cnrs.fr</a:t>
            </a:r>
            <a:endParaRPr lang="fr-FR" sz="1900" dirty="0"/>
          </a:p>
          <a:p>
            <a:endParaRPr lang="fr-FR" sz="19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pic>
        <p:nvPicPr>
          <p:cNvPr id="9" name="Picture Placeholder 8" descr="A blue molecule model on a black background&#10;&#10;Description automatically generated">
            <a:extLst>
              <a:ext uri="{FF2B5EF4-FFF2-40B4-BE49-F238E27FC236}">
                <a16:creationId xmlns:a16="http://schemas.microsoft.com/office/drawing/2014/main" id="{536DC93B-715E-AB1D-9B63-2D25DEF5410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2500"/>
          <a:stretch>
            <a:fillRect/>
          </a:stretch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1812B-AA7B-3261-E657-91ACE3981D1D}"/>
              </a:ext>
            </a:extLst>
          </p:cNvPr>
          <p:cNvSpPr txBox="1"/>
          <p:nvPr/>
        </p:nvSpPr>
        <p:spPr>
          <a:xfrm>
            <a:off x="336140" y="5549989"/>
            <a:ext cx="4180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Encadrement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Jonathan MOUGENOT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704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C95E4-A4D3-0756-9148-B6B9A699F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Contexte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1678-2DB1-179F-8DD7-1F604F19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269908"/>
            <a:ext cx="3096344" cy="4856257"/>
          </a:xfrm>
        </p:spPr>
        <p:txBody>
          <a:bodyPr/>
          <a:lstStyle/>
          <a:p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stage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l'étude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poussières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d’atomes</a:t>
            </a:r>
          </a:p>
          <a:p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Milieu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interstellaire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atmosphère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terrestre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plasma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désigne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leur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regroupement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</a:t>
            </a:r>
            <a:r>
              <a:rPr lang="en-US" sz="2400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l’appellation</a:t>
            </a:r>
            <a:r>
              <a: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“clusters”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89DBE-E650-DFB7-7050-E756A218D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A6FB6-1CBC-5E9D-F0D1-F56BA5B18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</a:t>
            </a:fld>
            <a:endParaRPr lang="fr-FR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5E1383D-7EAC-1DDA-203C-8EB1A4E65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0654583"/>
              </p:ext>
            </p:extLst>
          </p:nvPr>
        </p:nvGraphicFramePr>
        <p:xfrm>
          <a:off x="2844924" y="1039723"/>
          <a:ext cx="6119564" cy="5197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866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E398-4883-DC9E-83ED-11D0F6DC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Objectifs</a:t>
            </a:r>
            <a:r>
              <a:rPr lang="en-US" dirty="0"/>
              <a:t> du stage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4C261-DAE0-99EB-B53B-B6536A3C4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Découvrir</a:t>
            </a:r>
            <a:r>
              <a:rPr lang="en-US" dirty="0"/>
              <a:t> le milieu de la recherche</a:t>
            </a:r>
          </a:p>
          <a:p>
            <a:r>
              <a:rPr lang="en-US" dirty="0" err="1"/>
              <a:t>Apprendre</a:t>
            </a:r>
            <a:r>
              <a:rPr lang="en-US" dirty="0"/>
              <a:t> à </a:t>
            </a:r>
            <a:r>
              <a:rPr lang="en-US" dirty="0" err="1"/>
              <a:t>utiliser</a:t>
            </a:r>
            <a:r>
              <a:rPr lang="en-US" dirty="0"/>
              <a:t> LAMMPS et OVITO</a:t>
            </a:r>
          </a:p>
          <a:p>
            <a:r>
              <a:rPr lang="en-US" dirty="0" err="1"/>
              <a:t>Reproduire</a:t>
            </a:r>
            <a:r>
              <a:rPr lang="en-US" dirty="0"/>
              <a:t> les clusters de </a:t>
            </a:r>
            <a:r>
              <a:rPr lang="en-US" dirty="0" err="1"/>
              <a:t>carbones</a:t>
            </a:r>
            <a:r>
              <a:rPr lang="en-US" dirty="0"/>
              <a:t> stables</a:t>
            </a:r>
          </a:p>
          <a:p>
            <a:r>
              <a:rPr lang="en-US" dirty="0" err="1"/>
              <a:t>Établir</a:t>
            </a:r>
            <a:r>
              <a:rPr lang="en-US" dirty="0"/>
              <a:t> les differences entre la liaison </a:t>
            </a:r>
            <a:r>
              <a:rPr lang="en-US" dirty="0" err="1"/>
              <a:t>métallique</a:t>
            </a:r>
            <a:r>
              <a:rPr lang="en-US" dirty="0"/>
              <a:t> et la liaison </a:t>
            </a:r>
            <a:r>
              <a:rPr lang="en-US" dirty="0" err="1"/>
              <a:t>covalente</a:t>
            </a:r>
            <a:endParaRPr lang="en-US" dirty="0"/>
          </a:p>
          <a:p>
            <a:r>
              <a:rPr lang="en-US" dirty="0" err="1"/>
              <a:t>Modéliser</a:t>
            </a:r>
            <a:r>
              <a:rPr lang="en-US" dirty="0"/>
              <a:t> des clusters de </a:t>
            </a:r>
            <a:r>
              <a:rPr lang="en-US" dirty="0" err="1"/>
              <a:t>Tungstène</a:t>
            </a:r>
            <a:r>
              <a:rPr lang="en-US" dirty="0"/>
              <a:t> après exposition à stress </a:t>
            </a:r>
            <a:r>
              <a:rPr lang="en-US" dirty="0" err="1"/>
              <a:t>thermique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11F74-683A-AA53-D85C-B4639852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2BABC-ED7D-E700-5802-278483C6E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109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C0471-3CD4-64D2-00B9-63B5DE5F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Plan de la </a:t>
            </a:r>
            <a:r>
              <a:rPr lang="en-US" dirty="0" err="1"/>
              <a:t>soutenance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5B11D-BEE2-3469-3DCD-D51FC7B2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9908"/>
            <a:ext cx="5544616" cy="4856257"/>
          </a:xfrm>
        </p:spPr>
        <p:txBody>
          <a:bodyPr/>
          <a:lstStyle/>
          <a:p>
            <a:r>
              <a:rPr lang="en-US" sz="2700" dirty="0" err="1"/>
              <a:t>Dynamique</a:t>
            </a:r>
            <a:r>
              <a:rPr lang="en-US" sz="2700" dirty="0"/>
              <a:t> </a:t>
            </a:r>
            <a:r>
              <a:rPr lang="en-US" sz="2700" dirty="0" err="1"/>
              <a:t>moléculaire</a:t>
            </a:r>
            <a:r>
              <a:rPr lang="en-US" sz="2700" dirty="0"/>
              <a:t>, </a:t>
            </a:r>
            <a:r>
              <a:rPr lang="en-US" sz="2700" dirty="0" err="1"/>
              <a:t>présentation</a:t>
            </a:r>
            <a:r>
              <a:rPr lang="en-US" sz="2700" dirty="0"/>
              <a:t> des </a:t>
            </a:r>
            <a:r>
              <a:rPr lang="en-US" sz="2700" dirty="0" err="1"/>
              <a:t>différents</a:t>
            </a:r>
            <a:r>
              <a:rPr lang="en-US" sz="2700" dirty="0"/>
              <a:t> </a:t>
            </a:r>
            <a:r>
              <a:rPr lang="en-US" sz="2700" dirty="0" err="1"/>
              <a:t>potentiels</a:t>
            </a:r>
            <a:r>
              <a:rPr lang="en-US" sz="2700" dirty="0"/>
              <a:t> </a:t>
            </a:r>
            <a:r>
              <a:rPr lang="en-US" sz="2700" dirty="0" err="1"/>
              <a:t>utilisés</a:t>
            </a:r>
            <a:r>
              <a:rPr lang="en-US" sz="2700" dirty="0"/>
              <a:t>, de la </a:t>
            </a:r>
            <a:r>
              <a:rPr lang="en-US" sz="2700" dirty="0" err="1"/>
              <a:t>méthode</a:t>
            </a:r>
            <a:r>
              <a:rPr lang="en-US" sz="2700" dirty="0"/>
              <a:t> CRC, de LAMMPS et OVITO</a:t>
            </a:r>
          </a:p>
          <a:p>
            <a:pPr algn="just"/>
            <a:r>
              <a:rPr lang="en-US" sz="2700" dirty="0" err="1"/>
              <a:t>Présentation</a:t>
            </a:r>
            <a:r>
              <a:rPr lang="en-US" sz="2700" dirty="0"/>
              <a:t> des travaux de la </a:t>
            </a:r>
            <a:r>
              <a:rPr lang="en-US" sz="2700" dirty="0" err="1"/>
              <a:t>docteure</a:t>
            </a:r>
            <a:r>
              <a:rPr lang="en-US" sz="2700" dirty="0"/>
              <a:t> </a:t>
            </a:r>
            <a:r>
              <a:rPr lang="en-US" sz="2700" dirty="0" err="1"/>
              <a:t>Allouch</a:t>
            </a:r>
            <a:r>
              <a:rPr lang="en-US" sz="2700" dirty="0"/>
              <a:t> et des </a:t>
            </a:r>
            <a:r>
              <a:rPr lang="en-US" sz="2700" dirty="0" err="1"/>
              <a:t>résultats</a:t>
            </a:r>
            <a:r>
              <a:rPr lang="en-US" sz="2700" dirty="0"/>
              <a:t> de </a:t>
            </a:r>
            <a:r>
              <a:rPr lang="en-US" sz="2700" dirty="0" err="1"/>
              <a:t>notre</a:t>
            </a:r>
            <a:r>
              <a:rPr lang="en-US" sz="2700" dirty="0"/>
              <a:t> étude sur les clusters de Carbone</a:t>
            </a:r>
          </a:p>
          <a:p>
            <a:pPr algn="just"/>
            <a:r>
              <a:rPr lang="en-US" sz="2700" dirty="0" err="1"/>
              <a:t>Présentation</a:t>
            </a:r>
            <a:r>
              <a:rPr lang="en-US" sz="2700" dirty="0"/>
              <a:t> des travaux sur le </a:t>
            </a:r>
            <a:r>
              <a:rPr lang="en-US" sz="2700" dirty="0" err="1"/>
              <a:t>tungstène</a:t>
            </a:r>
            <a:r>
              <a:rPr lang="en-US" sz="2700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0E716-D461-7F35-F28C-D9E17155F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18FE-AB28-D8D0-8F70-8CCDC042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4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BF9B2-E7A7-4E53-0C9C-42F75D6564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8" t="16329" r="21767" b="11356"/>
          <a:stretch/>
        </p:blipFill>
        <p:spPr>
          <a:xfrm>
            <a:off x="5796136" y="2234964"/>
            <a:ext cx="3114928" cy="29261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922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pPr algn="ctr"/>
            <a:r>
              <a:rPr lang="fr-FR" sz="3600" dirty="0"/>
              <a:t>Dynamique</a:t>
            </a:r>
            <a:r>
              <a:rPr lang="en-US" sz="3600" dirty="0"/>
              <a:t> </a:t>
            </a:r>
            <a:r>
              <a:rPr lang="fr-FR" sz="3600" dirty="0"/>
              <a:t>Moléculaire classique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5" name="Simulation dynamique moléculaire_480p">
            <a:hlinkClick r:id="" action="ppaction://media"/>
            <a:extLst>
              <a:ext uri="{FF2B5EF4-FFF2-40B4-BE49-F238E27FC236}">
                <a16:creationId xmlns:a16="http://schemas.microsoft.com/office/drawing/2014/main" id="{32EE4CE9-6B23-7DAE-F59E-06C6D7B524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1651" r="11407" b="5900"/>
          <a:stretch/>
        </p:blipFill>
        <p:spPr>
          <a:xfrm>
            <a:off x="4932040" y="1196752"/>
            <a:ext cx="4080792" cy="33550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359F0A-BEBA-CAD2-43FE-7D3B57E26145}"/>
              </a:ext>
            </a:extLst>
          </p:cNvPr>
          <p:cNvSpPr txBox="1"/>
          <p:nvPr/>
        </p:nvSpPr>
        <p:spPr>
          <a:xfrm>
            <a:off x="541112" y="1434909"/>
            <a:ext cx="4080792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Méthode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simulations numérique à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l'échelle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l’atome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Sphères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soumises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une force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dérivée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potentiel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Logiciels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simulation (LAMMPS/OVITO)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een ball on a black background">
            <a:extLst>
              <a:ext uri="{FF2B5EF4-FFF2-40B4-BE49-F238E27FC236}">
                <a16:creationId xmlns:a16="http://schemas.microsoft.com/office/drawing/2014/main" id="{D0FF155A-091E-2D37-FEDB-7E0D809B12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5003290"/>
            <a:ext cx="2376264" cy="801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 descr="A blue and yellow dots&#10;&#10;Description automatically generated">
            <a:extLst>
              <a:ext uri="{FF2B5EF4-FFF2-40B4-BE49-F238E27FC236}">
                <a16:creationId xmlns:a16="http://schemas.microsoft.com/office/drawing/2014/main" id="{4D2B84DE-6C03-FD1B-00E2-6FC37E0668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864" y="4810472"/>
            <a:ext cx="3657600" cy="1066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59664E-B10F-5521-4785-B9FD0AEB6A80}"/>
                  </a:ext>
                </a:extLst>
              </p:cNvPr>
              <p:cNvSpPr txBox="1"/>
              <p:nvPr/>
            </p:nvSpPr>
            <p:spPr>
              <a:xfrm>
                <a:off x="755575" y="4037007"/>
                <a:ext cx="3384377" cy="6881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</m:nary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𝒈𝒓𝒂𝒅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59664E-B10F-5521-4785-B9FD0AEB6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5" y="4037007"/>
                <a:ext cx="3384377" cy="6881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67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E3EA-F390-7CC0-EC9A-1D6333C1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Interactions </a:t>
            </a:r>
            <a:r>
              <a:rPr lang="en-US" sz="2800" dirty="0" err="1"/>
              <a:t>atomiques</a:t>
            </a:r>
            <a:r>
              <a:rPr lang="en-US" sz="2800" dirty="0"/>
              <a:t> et </a:t>
            </a:r>
            <a:r>
              <a:rPr lang="en-US" sz="2800" dirty="0" err="1"/>
              <a:t>termes</a:t>
            </a:r>
            <a:r>
              <a:rPr lang="en-US" sz="2800" dirty="0"/>
              <a:t> du </a:t>
            </a:r>
            <a:r>
              <a:rPr lang="en-US" sz="2800" dirty="0" err="1"/>
              <a:t>potentiel</a:t>
            </a:r>
            <a:endParaRPr lang="fr-FR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CBEBC0-BA03-EDD2-6384-6E032FBA6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691" t="5776" r="10463"/>
          <a:stretch/>
        </p:blipFill>
        <p:spPr>
          <a:xfrm>
            <a:off x="4614232" y="1196752"/>
            <a:ext cx="4206240" cy="2776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9C905-34A5-BCB6-7FE2-EC832EB9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72F7D-CA3B-0FC7-27A4-18364B1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563D7-B26B-4612-AC82-F01C7285E387}"/>
              </a:ext>
            </a:extLst>
          </p:cNvPr>
          <p:cNvSpPr txBox="1"/>
          <p:nvPr/>
        </p:nvSpPr>
        <p:spPr>
          <a:xfrm>
            <a:off x="320111" y="1275725"/>
            <a:ext cx="3603817" cy="427809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/>
              <a:t>Potentiel</a:t>
            </a:r>
            <a:r>
              <a:rPr lang="en-US" sz="1600" b="1" dirty="0"/>
              <a:t> de </a:t>
            </a:r>
            <a:r>
              <a:rPr lang="en-US" sz="1600" b="1" dirty="0" err="1"/>
              <a:t>paire</a:t>
            </a: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Potentiel</a:t>
            </a:r>
            <a:r>
              <a:rPr lang="en-US" sz="1600" dirty="0"/>
              <a:t> à 2 corps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Modélise</a:t>
            </a:r>
            <a:r>
              <a:rPr lang="en-US" sz="1600" dirty="0"/>
              <a:t> une </a:t>
            </a:r>
            <a:r>
              <a:rPr lang="en-US" sz="1600" dirty="0" err="1"/>
              <a:t>paire</a:t>
            </a:r>
            <a:r>
              <a:rPr lang="en-US" sz="1600" dirty="0"/>
              <a:t> d’atomes/</a:t>
            </a:r>
            <a:r>
              <a:rPr lang="en-US" sz="1600" dirty="0" err="1"/>
              <a:t>molécules</a:t>
            </a:r>
            <a:r>
              <a:rPr lang="en-US" sz="1600" dirty="0"/>
              <a:t> </a:t>
            </a:r>
            <a:r>
              <a:rPr lang="en-US" sz="1600" dirty="0" err="1"/>
              <a:t>neutres</a:t>
            </a:r>
            <a:endParaRPr lang="en-US" sz="1600" dirty="0"/>
          </a:p>
          <a:p>
            <a:endParaRPr lang="en-US" sz="1600" b="1" dirty="0"/>
          </a:p>
          <a:p>
            <a:r>
              <a:rPr lang="en-US" sz="1600" b="1" dirty="0" err="1"/>
              <a:t>Potentiel</a:t>
            </a:r>
            <a:r>
              <a:rPr lang="en-US" sz="1600" b="1" dirty="0"/>
              <a:t> </a:t>
            </a:r>
            <a:r>
              <a:rPr lang="en-US" sz="1600" b="1" dirty="0" err="1"/>
              <a:t>d’ordre</a:t>
            </a:r>
            <a:r>
              <a:rPr lang="en-US" sz="1600" b="1" dirty="0"/>
              <a:t> de liaison (</a:t>
            </a:r>
            <a:r>
              <a:rPr lang="en-US" sz="1600" b="1" dirty="0" err="1"/>
              <a:t>rebo</a:t>
            </a:r>
            <a:r>
              <a:rPr lang="en-US" sz="1600" b="1" dirty="0"/>
              <a:t>, </a:t>
            </a:r>
            <a:r>
              <a:rPr lang="en-US" sz="1600" b="1" dirty="0" err="1"/>
              <a:t>airebo</a:t>
            </a:r>
            <a:r>
              <a:rPr lang="en-US" sz="1600" b="1" dirty="0"/>
              <a:t>,...)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Interaction de paire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Energie de torsion et de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Angle de liaison, ordre de liaison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r>
              <a:rPr lang="fr-FR" sz="1600" b="1" dirty="0"/>
              <a:t>Potentiel </a:t>
            </a:r>
            <a:r>
              <a:rPr lang="en-US" sz="1600" b="1" dirty="0"/>
              <a:t>“Embedded Atom Method” </a:t>
            </a:r>
            <a:r>
              <a:rPr lang="fr-FR" sz="1600" b="1" dirty="0"/>
              <a:t>(EAM)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Potentiel </a:t>
            </a:r>
            <a:r>
              <a:rPr lang="en-US" sz="1600" dirty="0" err="1"/>
              <a:t>décrivant</a:t>
            </a:r>
            <a:r>
              <a:rPr lang="en-US" sz="1600" dirty="0"/>
              <a:t> des liaisons </a:t>
            </a:r>
            <a:r>
              <a:rPr lang="en-US" sz="1600" dirty="0" err="1"/>
              <a:t>métalliques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Embedded energy/Pair potential/Electron density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72EF5-C2D0-DDEA-860A-9BC5DFF6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232" y="3960514"/>
            <a:ext cx="4206240" cy="21919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2811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B012-AC1A-4071-0820-780A5C1F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6720" cy="792088"/>
          </a:xfrm>
        </p:spPr>
        <p:txBody>
          <a:bodyPr wrap="square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/>
              <a:t>Condensation et </a:t>
            </a:r>
            <a:r>
              <a:rPr lang="en-US" sz="3200" dirty="0" err="1"/>
              <a:t>Recuit</a:t>
            </a:r>
            <a:r>
              <a:rPr lang="en-US" sz="3200" dirty="0"/>
              <a:t> </a:t>
            </a:r>
            <a:r>
              <a:rPr lang="en-US" sz="3200" dirty="0" err="1"/>
              <a:t>Combinés</a:t>
            </a:r>
            <a:r>
              <a:rPr lang="en-US" sz="3200" dirty="0"/>
              <a:t> (CRC)</a:t>
            </a:r>
            <a:endParaRPr lang="fr-FR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0D2895-EC08-5621-6B8C-EA49B3AF9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836" r="4296" b="3288"/>
          <a:stretch/>
        </p:blipFill>
        <p:spPr>
          <a:xfrm>
            <a:off x="0" y="2204864"/>
            <a:ext cx="5004047" cy="3297206"/>
          </a:xfrm>
          <a:noFill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A53FA-5269-C5C9-41B0-B9137B9F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33B99-7D7E-6089-AD71-C965E07E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43334"/>
            <a:ext cx="717848" cy="378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7</a:t>
            </a:fld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0ACF6-3C54-F5B9-5BEB-EB66FA4298C6}"/>
              </a:ext>
            </a:extLst>
          </p:cNvPr>
          <p:cNvSpPr txBox="1"/>
          <p:nvPr/>
        </p:nvSpPr>
        <p:spPr>
          <a:xfrm>
            <a:off x="1151832" y="1126485"/>
            <a:ext cx="6660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Diagramme </a:t>
            </a:r>
            <a:r>
              <a:rPr lang="en-US" sz="1600" dirty="0" err="1"/>
              <a:t>représentatif</a:t>
            </a:r>
            <a:r>
              <a:rPr lang="en-US" sz="1600" dirty="0"/>
              <a:t> des 3 étapes </a:t>
            </a:r>
            <a:r>
              <a:rPr lang="en-US" sz="1600" dirty="0" err="1"/>
              <a:t>essentielles</a:t>
            </a:r>
            <a:r>
              <a:rPr lang="en-US" sz="1600" dirty="0"/>
              <a:t> de la </a:t>
            </a:r>
            <a:r>
              <a:rPr lang="en-US" sz="1600" dirty="0" err="1"/>
              <a:t>méthode</a:t>
            </a:r>
            <a:r>
              <a:rPr lang="en-US" sz="1600" dirty="0"/>
              <a:t> CRC</a:t>
            </a:r>
          </a:p>
          <a:p>
            <a:pPr algn="ctr"/>
            <a:r>
              <a:rPr lang="en-US" sz="1600" dirty="0"/>
              <a:t>et </a:t>
            </a:r>
            <a:r>
              <a:rPr lang="en-US" sz="1600" dirty="0" err="1"/>
              <a:t>évolution</a:t>
            </a:r>
            <a:r>
              <a:rPr lang="en-US" sz="1600" dirty="0"/>
              <a:t> de la formation de </a:t>
            </a:r>
            <a:r>
              <a:rPr lang="en-US" sz="1600" dirty="0" err="1"/>
              <a:t>différents</a:t>
            </a:r>
            <a:r>
              <a:rPr lang="en-US" sz="1600" dirty="0"/>
              <a:t> clusters </a:t>
            </a:r>
            <a:r>
              <a:rPr lang="en-US" sz="1600" dirty="0" err="1"/>
              <a:t>durant</a:t>
            </a:r>
            <a:r>
              <a:rPr lang="en-US" sz="1600" dirty="0"/>
              <a:t> le cycle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5B71E-E6B6-E952-CCFB-687A36D61D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76"/>
          <a:stretch/>
        </p:blipFill>
        <p:spPr>
          <a:xfrm>
            <a:off x="4788028" y="1700808"/>
            <a:ext cx="4176460" cy="4331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247613-218F-9B9A-0E6E-FCEDA0D4B30A}"/>
              </a:ext>
            </a:extLst>
          </p:cNvPr>
          <p:cNvSpPr txBox="1"/>
          <p:nvPr/>
        </p:nvSpPr>
        <p:spPr>
          <a:xfrm>
            <a:off x="251520" y="6032321"/>
            <a:ext cx="55835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50" dirty="0"/>
              <a:t>Source images :</a:t>
            </a:r>
            <a:r>
              <a:rPr lang="fr-FR" sz="1050" dirty="0">
                <a:solidFill>
                  <a:schemeClr val="accent1"/>
                </a:solidFill>
              </a:rPr>
              <a:t> https://theses.hal.science/tel-03884546/file/edgalilee_th_2021_allouch.pdf</a:t>
            </a:r>
          </a:p>
        </p:txBody>
      </p:sp>
    </p:spTree>
    <p:extLst>
      <p:ext uri="{BB962C8B-B14F-4D97-AF65-F5344CB8AC3E}">
        <p14:creationId xmlns:p14="http://schemas.microsoft.com/office/powerpoint/2010/main" val="19174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2E2CF7D-D63E-4173-9D06-36BE825A2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pPr algn="ctr"/>
            <a:r>
              <a:rPr lang="en-US" dirty="0" err="1"/>
              <a:t>Logiciels</a:t>
            </a:r>
            <a:r>
              <a:rPr lang="en-US" dirty="0"/>
              <a:t> </a:t>
            </a:r>
            <a:r>
              <a:rPr lang="en-US" dirty="0" err="1"/>
              <a:t>utilisés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25AC5-CA38-7A2F-292E-5EE2413A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F392F-0AF0-0314-7BEE-810599A18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8</a:t>
            </a:fld>
            <a:endParaRPr lang="fr-FR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D4EC5E-B11B-0D75-B99F-B5B6766B276E}"/>
              </a:ext>
            </a:extLst>
          </p:cNvPr>
          <p:cNvGrpSpPr/>
          <p:nvPr/>
        </p:nvGrpSpPr>
        <p:grpSpPr>
          <a:xfrm>
            <a:off x="153184" y="1196752"/>
            <a:ext cx="2834640" cy="5040560"/>
            <a:chOff x="179512" y="1196752"/>
            <a:chExt cx="2834640" cy="5040560"/>
          </a:xfrm>
        </p:grpSpPr>
        <p:pic>
          <p:nvPicPr>
            <p:cNvPr id="7" name="Picture 6" descr="A green ball on a black background&#10;&#10;Description automatically generated">
              <a:extLst>
                <a:ext uri="{FF2B5EF4-FFF2-40B4-BE49-F238E27FC236}">
                  <a16:creationId xmlns:a16="http://schemas.microsoft.com/office/drawing/2014/main" id="{D513E00E-B1B9-B8A7-BED4-639350151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904" y="1683648"/>
              <a:ext cx="2788920" cy="131849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0CB515-5BF1-980E-7F92-F847FDFDCEB1}"/>
                </a:ext>
              </a:extLst>
            </p:cNvPr>
            <p:cNvSpPr txBox="1"/>
            <p:nvPr/>
          </p:nvSpPr>
          <p:spPr>
            <a:xfrm>
              <a:off x="179512" y="3280990"/>
              <a:ext cx="2834640" cy="209288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OVITO, ou Open </a:t>
              </a:r>
              <a:r>
                <a:rPr lang="fr-FR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Visualization</a:t>
              </a: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Tool, est un logiciel gratuit de visualisation et d'analyse scientifique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Visualisation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Personnalisation 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Exportation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DF482BE-7AC8-C429-62F8-E11D1F03B7A1}"/>
                </a:ext>
              </a:extLst>
            </p:cNvPr>
            <p:cNvSpPr>
              <a:spLocks/>
            </p:cNvSpPr>
            <p:nvPr/>
          </p:nvSpPr>
          <p:spPr>
            <a:xfrm>
              <a:off x="179512" y="1196752"/>
              <a:ext cx="2834640" cy="504056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00E53D4-419F-1D38-A507-00ABA9BEDF58}"/>
              </a:ext>
            </a:extLst>
          </p:cNvPr>
          <p:cNvGrpSpPr/>
          <p:nvPr/>
        </p:nvGrpSpPr>
        <p:grpSpPr>
          <a:xfrm>
            <a:off x="3177520" y="1196752"/>
            <a:ext cx="2834640" cy="5059515"/>
            <a:chOff x="3177520" y="1196752"/>
            <a:chExt cx="2834640" cy="505951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929150-DCD8-FD98-4841-5CA96601690F}"/>
                </a:ext>
              </a:extLst>
            </p:cNvPr>
            <p:cNvGrpSpPr/>
            <p:nvPr/>
          </p:nvGrpSpPr>
          <p:grpSpPr>
            <a:xfrm>
              <a:off x="3177520" y="1848595"/>
              <a:ext cx="2834640" cy="3290014"/>
              <a:chOff x="3177520" y="1848595"/>
              <a:chExt cx="2834640" cy="3290014"/>
            </a:xfrm>
          </p:grpSpPr>
          <p:pic>
            <p:nvPicPr>
              <p:cNvPr id="9" name="Content Placeholder 8">
                <a:extLst>
                  <a:ext uri="{FF2B5EF4-FFF2-40B4-BE49-F238E27FC236}">
                    <a16:creationId xmlns:a16="http://schemas.microsoft.com/office/drawing/2014/main" id="{3C8D82F0-976A-5BE6-36E9-4AA02911FF74}"/>
                  </a:ext>
                </a:extLst>
              </p:cNvPr>
              <p:cNvPicPr>
                <a:picLocks noGrp="1" noChangeAspect="1"/>
              </p:cNvPicPr>
              <p:nvPr>
                <p:ph sz="half" idx="2"/>
              </p:nvPr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177520" y="1848595"/>
                <a:ext cx="2834640" cy="93233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E47BFD6-DE63-FC57-AAAD-EDC8004103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77520" y="3322727"/>
                <a:ext cx="2834640" cy="18158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LAMMPS (Large-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Atomic/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Molecular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Massively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Parallel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Simulator) est un logiciel gratuit de simulation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basé</a:t>
                </a:r>
                <a:r>
                  <a:rPr lang="fr-F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sur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l'integration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l'équation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Newton par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l’algorithme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Verlet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6F90DE9-8592-AC69-5F6A-C60855C1195C}"/>
                </a:ext>
              </a:extLst>
            </p:cNvPr>
            <p:cNvSpPr>
              <a:spLocks/>
            </p:cNvSpPr>
            <p:nvPr/>
          </p:nvSpPr>
          <p:spPr>
            <a:xfrm>
              <a:off x="3177520" y="1196752"/>
              <a:ext cx="2834640" cy="505951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F5B703-A19F-61D2-466D-CC083AAA9342}"/>
              </a:ext>
            </a:extLst>
          </p:cNvPr>
          <p:cNvGrpSpPr/>
          <p:nvPr/>
        </p:nvGrpSpPr>
        <p:grpSpPr>
          <a:xfrm>
            <a:off x="6156176" y="1198968"/>
            <a:ext cx="2834640" cy="5038344"/>
            <a:chOff x="6084168" y="1198968"/>
            <a:chExt cx="2834640" cy="503834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CC96E9-E6FA-BE1F-8F85-EA1D560CA69C}"/>
                </a:ext>
              </a:extLst>
            </p:cNvPr>
            <p:cNvSpPr>
              <a:spLocks/>
            </p:cNvSpPr>
            <p:nvPr/>
          </p:nvSpPr>
          <p:spPr>
            <a:xfrm>
              <a:off x="6084168" y="1198968"/>
              <a:ext cx="2834640" cy="5038344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" name="Picture 9" descr="A logo with a cat in the middle">
              <a:extLst>
                <a:ext uri="{FF2B5EF4-FFF2-40B4-BE49-F238E27FC236}">
                  <a16:creationId xmlns:a16="http://schemas.microsoft.com/office/drawing/2014/main" id="{7B1627EE-6824-B616-3ECB-3538EE05C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4168" y="1429811"/>
              <a:ext cx="2834640" cy="178316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5E8B25-28B5-144F-323A-A68B2EA563CC}"/>
                </a:ext>
              </a:extLst>
            </p:cNvPr>
            <p:cNvSpPr txBox="1"/>
            <p:nvPr/>
          </p:nvSpPr>
          <p:spPr>
            <a:xfrm>
              <a:off x="6084168" y="3356992"/>
              <a:ext cx="280608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GitHub est une plateforme sur laquelle les développeurs peuvent collaborer, stocker et partager leur code, permettant ainsi aux équipes de travailler plus facilement ensemble sur des projets.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0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ABBD-1A2D-F356-9F35-4724FB24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Structure d’un script LAMMPS</a:t>
            </a:r>
            <a:endParaRPr lang="fr-FR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DD53-12E9-5E79-1CE6-8A3D1C15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88" y="1484784"/>
            <a:ext cx="8640960" cy="324035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err="1"/>
              <a:t>Initialisation</a:t>
            </a:r>
            <a:r>
              <a:rPr lang="en-US" dirty="0"/>
              <a:t> et conditions </a:t>
            </a:r>
            <a:r>
              <a:rPr lang="en-US" dirty="0" err="1"/>
              <a:t>initiales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de </a:t>
            </a:r>
            <a:r>
              <a:rPr lang="en-US" dirty="0" err="1"/>
              <a:t>l'évolution</a:t>
            </a:r>
            <a:r>
              <a:rPr lang="en-US" dirty="0"/>
              <a:t> du </a:t>
            </a:r>
            <a:r>
              <a:rPr lang="en-US" dirty="0" err="1"/>
              <a:t>système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 err="1"/>
              <a:t>Définitions</a:t>
            </a:r>
            <a:r>
              <a:rPr lang="en-US" dirty="0"/>
              <a:t> des </a:t>
            </a:r>
            <a:r>
              <a:rPr lang="en-US" dirty="0" err="1"/>
              <a:t>informations</a:t>
            </a:r>
            <a:r>
              <a:rPr lang="en-US" dirty="0"/>
              <a:t> à exporter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Paramétrage</a:t>
            </a:r>
            <a:r>
              <a:rPr lang="en-US" dirty="0"/>
              <a:t> du cycle CRC et choix du thermostat</a:t>
            </a:r>
            <a:endParaRPr lang="fr-FR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702F-D50C-60C3-82D8-6CE9F154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166B2-591D-7C1A-BCFE-E60A1945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658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19D1-7557-C9AA-368A-3EC99E93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 err="1"/>
              <a:t>Paramètres</a:t>
            </a:r>
            <a:r>
              <a:rPr lang="en-US" sz="2800" dirty="0"/>
              <a:t> des calculs de la </a:t>
            </a:r>
            <a:r>
              <a:rPr lang="en-US" sz="2800" dirty="0" err="1"/>
              <a:t>docteure</a:t>
            </a:r>
            <a:r>
              <a:rPr lang="en-US" sz="2800" dirty="0"/>
              <a:t> </a:t>
            </a:r>
            <a:r>
              <a:rPr lang="en-US" sz="2800" dirty="0" err="1"/>
              <a:t>Allouch</a:t>
            </a:r>
            <a:endParaRPr lang="fr-FR" sz="280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A1E68E6-9100-F48C-EEB3-C680038A28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0956208"/>
              </p:ext>
            </p:extLst>
          </p:nvPr>
        </p:nvGraphicFramePr>
        <p:xfrm>
          <a:off x="250825" y="1263678"/>
          <a:ext cx="4244974" cy="4751288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1922877863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1022982593"/>
                    </a:ext>
                  </a:extLst>
                </a:gridCol>
              </a:tblGrid>
              <a:tr h="1187822">
                <a:tc>
                  <a:txBody>
                    <a:bodyPr/>
                    <a:lstStyle/>
                    <a:p>
                      <a:r>
                        <a:rPr lang="en-US" dirty="0" err="1"/>
                        <a:t>Unités</a:t>
                      </a:r>
                      <a:r>
                        <a:rPr lang="en-US" dirty="0"/>
                        <a:t> de mesure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Ps, Angstrom, grams/mole, eV, K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080163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Boîte</a:t>
                      </a:r>
                      <a:r>
                        <a:rPr lang="en-US" b="1" dirty="0"/>
                        <a:t> de simulation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(100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95555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Volume initial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(20 Angstroms)</a:t>
                      </a:r>
                      <a:r>
                        <a:rPr lang="en-US" baseline="30000" dirty="0"/>
                        <a:t>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692208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Position </a:t>
                      </a:r>
                      <a:r>
                        <a:rPr lang="en-US" b="1" dirty="0" err="1"/>
                        <a:t>initiale</a:t>
                      </a:r>
                      <a:r>
                        <a:rPr lang="en-US" b="1" dirty="0"/>
                        <a:t> (seed)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Aléatoire</a:t>
                      </a:r>
                      <a:r>
                        <a:rPr lang="en-US" dirty="0"/>
                        <a:t> 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5906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F68FE4-065B-8261-21CD-29BB173E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0C25A-C820-7033-FB95-4C14B346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10</a:t>
            </a:fld>
            <a:endParaRPr lang="fr-FR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0FA52BE1-301B-6B99-E010-C3A26A7F465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771929"/>
              </p:ext>
            </p:extLst>
          </p:nvPr>
        </p:nvGraphicFramePr>
        <p:xfrm>
          <a:off x="4648200" y="1270000"/>
          <a:ext cx="4244974" cy="4751288"/>
        </p:xfrm>
        <a:graphic>
          <a:graphicData uri="http://schemas.openxmlformats.org/drawingml/2006/table">
            <a:tbl>
              <a:tblPr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{8A107856-5554-42FB-B03E-39F5DBC370BA}</a:tableStyleId>
              </a:tblPr>
              <a:tblGrid>
                <a:gridCol w="2122487">
                  <a:extLst>
                    <a:ext uri="{9D8B030D-6E8A-4147-A177-3AD203B41FA5}">
                      <a16:colId xmlns:a16="http://schemas.microsoft.com/office/drawing/2014/main" val="823330606"/>
                    </a:ext>
                  </a:extLst>
                </a:gridCol>
                <a:gridCol w="2122487">
                  <a:extLst>
                    <a:ext uri="{9D8B030D-6E8A-4147-A177-3AD203B41FA5}">
                      <a16:colId xmlns:a16="http://schemas.microsoft.com/office/drawing/2014/main" val="2630531319"/>
                    </a:ext>
                  </a:extLst>
                </a:gridCol>
              </a:tblGrid>
              <a:tr h="1187822">
                <a:tc>
                  <a:txBody>
                    <a:bodyPr/>
                    <a:lstStyle/>
                    <a:p>
                      <a:r>
                        <a:rPr lang="en-US" dirty="0"/>
                        <a:t>Conditions aux </a:t>
                      </a:r>
                      <a:r>
                        <a:rPr lang="en-US" dirty="0" err="1"/>
                        <a:t>limites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Périodique</a:t>
                      </a:r>
                      <a:endParaRPr lang="fr-FR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57242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Potentiel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Rebo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969892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 err="1"/>
                        <a:t>Sélection</a:t>
                      </a:r>
                      <a:r>
                        <a:rPr lang="en-US" b="1" dirty="0"/>
                        <a:t> des </a:t>
                      </a:r>
                      <a:r>
                        <a:rPr lang="en-US" b="1" dirty="0" err="1"/>
                        <a:t>voisins</a:t>
                      </a:r>
                      <a:r>
                        <a:rPr lang="en-US" b="1" dirty="0"/>
                        <a:t> et skin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Bin, 0.3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913107"/>
                  </a:ext>
                </a:extLst>
              </a:tr>
              <a:tr h="1187822">
                <a:tc>
                  <a:txBody>
                    <a:bodyPr/>
                    <a:lstStyle/>
                    <a:p>
                      <a:r>
                        <a:rPr lang="en-US" b="1" dirty="0"/>
                        <a:t>Durée des phases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ns, 100 </a:t>
                      </a:r>
                      <a:r>
                        <a:rPr lang="en-US" dirty="0" err="1"/>
                        <a:t>ps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2628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756DD8E-3E16-B09F-10DE-BE7263141B7D}"/>
              </a:ext>
            </a:extLst>
          </p:cNvPr>
          <p:cNvSpPr/>
          <p:nvPr/>
        </p:nvSpPr>
        <p:spPr>
          <a:xfrm>
            <a:off x="250826" y="126876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8C2C82-4870-B4E6-14E9-37EF724F5748}"/>
              </a:ext>
            </a:extLst>
          </p:cNvPr>
          <p:cNvSpPr/>
          <p:nvPr/>
        </p:nvSpPr>
        <p:spPr>
          <a:xfrm>
            <a:off x="251520" y="2456304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86812A-3985-E0A6-72A7-2D96FF6517F4}"/>
              </a:ext>
            </a:extLst>
          </p:cNvPr>
          <p:cNvSpPr/>
          <p:nvPr/>
        </p:nvSpPr>
        <p:spPr>
          <a:xfrm>
            <a:off x="251520" y="3608432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16D830-3949-0FEE-BFDB-ED9C23A5BD70}"/>
              </a:ext>
            </a:extLst>
          </p:cNvPr>
          <p:cNvSpPr/>
          <p:nvPr/>
        </p:nvSpPr>
        <p:spPr>
          <a:xfrm>
            <a:off x="251520" y="4832568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224471-E264-C39C-054A-E570EF27319F}"/>
              </a:ext>
            </a:extLst>
          </p:cNvPr>
          <p:cNvSpPr/>
          <p:nvPr/>
        </p:nvSpPr>
        <p:spPr>
          <a:xfrm>
            <a:off x="4644008" y="126876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87AC94-68F4-6092-AA67-FBFBD7022B93}"/>
              </a:ext>
            </a:extLst>
          </p:cNvPr>
          <p:cNvSpPr/>
          <p:nvPr/>
        </p:nvSpPr>
        <p:spPr>
          <a:xfrm>
            <a:off x="4644008" y="2492896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EB5816-8331-3A44-11D4-50D5E56DC473}"/>
              </a:ext>
            </a:extLst>
          </p:cNvPr>
          <p:cNvSpPr/>
          <p:nvPr/>
        </p:nvSpPr>
        <p:spPr>
          <a:xfrm>
            <a:off x="4644008" y="3680440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6D19D8-C336-5A63-527A-5AD5CD5DBC9C}"/>
              </a:ext>
            </a:extLst>
          </p:cNvPr>
          <p:cNvSpPr/>
          <p:nvPr/>
        </p:nvSpPr>
        <p:spPr>
          <a:xfrm>
            <a:off x="4644008" y="4832568"/>
            <a:ext cx="4244974" cy="1188720"/>
          </a:xfrm>
          <a:prstGeom prst="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23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1 L 0.00052 0.17593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1 L 0.00052 0.17593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65 -0.00232 L 0.00052 0.17592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89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7" grpId="2" animBg="1"/>
      <p:bldP spid="7" grpId="3" animBg="1"/>
      <p:bldP spid="18" grpId="0" animBg="1"/>
      <p:bldP spid="18" grpId="1" animBg="1"/>
      <p:bldP spid="18" grpId="2" animBg="1"/>
      <p:bldP spid="18" grpId="3" animBg="1"/>
      <p:bldP spid="19" grpId="0" animBg="1"/>
      <p:bldP spid="19" grpId="1" animBg="1"/>
      <p:bldP spid="19" grpId="2" animBg="1"/>
      <p:bldP spid="19" grpId="3" animBg="1"/>
      <p:bldP spid="21" grpId="0" animBg="1"/>
      <p:bldP spid="21" grpId="1" animBg="1"/>
      <p:bldP spid="21" grpId="2" animBg="1"/>
      <p:bldP spid="22" grpId="0" animBg="1"/>
      <p:bldP spid="22" grpId="1" animBg="1"/>
      <p:bldP spid="22" grpId="2" animBg="1"/>
      <p:bldP spid="22" grpId="3" animBg="1"/>
      <p:bldP spid="23" grpId="0" animBg="1"/>
      <p:bldP spid="23" grpId="1" animBg="1"/>
      <p:bldP spid="23" grpId="2" animBg="1"/>
      <p:bldP spid="23" grpId="3" animBg="1"/>
      <p:bldP spid="24" grpId="0" animBg="1"/>
      <p:bldP spid="24" grpId="1" animBg="1"/>
      <p:bldP spid="24" grpId="2" animBg="1"/>
      <p:bldP spid="24" grpId="3" animBg="1"/>
      <p:bldP spid="25" grpId="0" animBg="1"/>
      <p:bldP spid="25" grpId="1" animBg="1"/>
      <p:bldP spid="25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95177EF-0C51-D409-60DF-F27A7B871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88640"/>
            <a:ext cx="8568952" cy="792088"/>
          </a:xfrm>
        </p:spPr>
        <p:txBody>
          <a:bodyPr/>
          <a:lstStyle/>
          <a:p>
            <a:r>
              <a:rPr lang="en-US" sz="3600" dirty="0"/>
              <a:t>Clusters de carbone les plus stables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E0CED-690B-2E62-C16C-4E33C7A085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1520" y="1270564"/>
            <a:ext cx="4244280" cy="4750723"/>
          </a:xfr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EFD5FB7-1011-CEBE-494C-F5424D862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70564"/>
            <a:ext cx="4244280" cy="48556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linéaires (C2 à C5)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clusters monocycliques (C6 à C15)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polycycles</a:t>
            </a: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(C16 à C19)</a:t>
            </a:r>
          </a:p>
          <a:p>
            <a:pPr>
              <a:lnSpc>
                <a:spcPct val="150000"/>
              </a:lnSpc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graphènes-like (C20 à C29)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3D-polycycles et bowl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fullerènes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90B41-4255-1427-23A9-F0C94B6A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7784" y="6356350"/>
            <a:ext cx="5400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F66DD-D4A0-50AE-FD76-77A32309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2400" y="6356350"/>
            <a:ext cx="7178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CB85A95-E1CC-4DC7-938C-5BF234670505}" type="slidenum">
              <a:rPr lang="fr-FR" smtClean="0"/>
              <a:pPr>
                <a:spcAft>
                  <a:spcPts val="600"/>
                </a:spcAft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11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342F-9BE0-185D-5230-D45CD611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réadaptés</a:t>
            </a:r>
            <a:endParaRPr lang="fr-FR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700F609-29F3-11AE-D2B1-BC763144ACE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2359135"/>
              </p:ext>
            </p:extLst>
          </p:nvPr>
        </p:nvGraphicFramePr>
        <p:xfrm>
          <a:off x="1543125" y="1628800"/>
          <a:ext cx="6485259" cy="3960440"/>
        </p:xfrm>
        <a:graphic>
          <a:graphicData uri="http://schemas.openxmlformats.org/drawingml/2006/table">
            <a:tbl>
              <a:tblPr firstCol="1" bandRow="1">
                <a:tableStyleId>{8A107856-5554-42FB-B03E-39F5DBC370BA}</a:tableStyleId>
              </a:tblPr>
              <a:tblGrid>
                <a:gridCol w="2596827">
                  <a:extLst>
                    <a:ext uri="{9D8B030D-6E8A-4147-A177-3AD203B41FA5}">
                      <a16:colId xmlns:a16="http://schemas.microsoft.com/office/drawing/2014/main" val="2504410745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932659140"/>
                    </a:ext>
                  </a:extLst>
                </a:gridCol>
              </a:tblGrid>
              <a:tr h="990110">
                <a:tc>
                  <a:txBody>
                    <a:bodyPr/>
                    <a:lstStyle/>
                    <a:p>
                      <a:r>
                        <a:rPr lang="en-US" dirty="0" err="1"/>
                        <a:t>Boîte</a:t>
                      </a:r>
                      <a:r>
                        <a:rPr lang="en-US" dirty="0"/>
                        <a:t> de simulation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Adapté</a:t>
                      </a:r>
                      <a:r>
                        <a:rPr lang="en-US" dirty="0"/>
                        <a:t> en function de la taille du cluster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817750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Position initiale (</a:t>
                      </a:r>
                      <a:r>
                        <a:rPr lang="fr-FR" dirty="0" err="1"/>
                        <a:t>seed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Distribuer dans un plus petit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401533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Potentiel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Rebo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airebo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166160"/>
                  </a:ext>
                </a:extLst>
              </a:tr>
              <a:tr h="990110">
                <a:tc>
                  <a:txBody>
                    <a:bodyPr/>
                    <a:lstStyle/>
                    <a:p>
                      <a:r>
                        <a:rPr lang="fr-FR" dirty="0"/>
                        <a:t>Rampe/</a:t>
                      </a:r>
                      <a:r>
                        <a:rPr lang="en-US" dirty="0"/>
                        <a:t>durée de phases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3000 K en 0.1 ns/1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270327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570F-B475-AE40-7DB1-140FBEBEF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2EF0-BCC7-7261-0397-EEE7B0F1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165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417C-A291-5345-B554-904CC53AC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Résultats</a:t>
            </a: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40F1A-DA6A-56F0-E18E-78976DDF6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6822D-D41E-9B1A-A8F4-A9048DE1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13</a:t>
            </a:fld>
            <a:endParaRPr lang="fr-FR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1C0AB8-05C3-4F06-A635-852A73B86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1291884"/>
              </p:ext>
            </p:extLst>
          </p:nvPr>
        </p:nvGraphicFramePr>
        <p:xfrm>
          <a:off x="-828600" y="1335702"/>
          <a:ext cx="60003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 descr="A red balls on a black background&#10;&#10;Description automatically generated">
            <a:extLst>
              <a:ext uri="{FF2B5EF4-FFF2-40B4-BE49-F238E27FC236}">
                <a16:creationId xmlns:a16="http://schemas.microsoft.com/office/drawing/2014/main" id="{3E9AEF19-90D8-C641-C9B6-0570119BDCA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1854654" y="4149080"/>
            <a:ext cx="2014601" cy="1121547"/>
          </a:xfrm>
          <a:prstGeom prst="rect">
            <a:avLst/>
          </a:prstGeom>
        </p:spPr>
      </p:pic>
      <p:pic>
        <p:nvPicPr>
          <p:cNvPr id="13" name="Picture 12" descr="A red and grey molecule&#10;&#10;Description automatically generated">
            <a:extLst>
              <a:ext uri="{FF2B5EF4-FFF2-40B4-BE49-F238E27FC236}">
                <a16:creationId xmlns:a16="http://schemas.microsoft.com/office/drawing/2014/main" id="{3C630B5E-ADFA-65E9-A118-74E1C4E866C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94" t="27454" r="36765" b="31364"/>
          <a:stretch/>
        </p:blipFill>
        <p:spPr>
          <a:xfrm rot="-3120000">
            <a:off x="2010584" y="1315304"/>
            <a:ext cx="1014734" cy="1121548"/>
          </a:xfrm>
          <a:prstGeom prst="rect">
            <a:avLst/>
          </a:prstGeom>
        </p:spPr>
      </p:pic>
      <p:pic>
        <p:nvPicPr>
          <p:cNvPr id="15" name="Picture 14" descr="A red balls on a black background&#10;&#10;Description automatically generated">
            <a:extLst>
              <a:ext uri="{FF2B5EF4-FFF2-40B4-BE49-F238E27FC236}">
                <a16:creationId xmlns:a16="http://schemas.microsoft.com/office/drawing/2014/main" id="{C9CD693C-3870-F81F-B5F2-156EFDCD64E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0" t="35616" r="25191" b="34248"/>
          <a:stretch/>
        </p:blipFill>
        <p:spPr>
          <a:xfrm rot="-420000">
            <a:off x="2236364" y="2384477"/>
            <a:ext cx="1737360" cy="773002"/>
          </a:xfrm>
          <a:prstGeom prst="rect">
            <a:avLst/>
          </a:prstGeom>
        </p:spPr>
      </p:pic>
      <p:pic>
        <p:nvPicPr>
          <p:cNvPr id="17" name="Picture 16" descr="A red and grey molecule&#10;&#10;Description automatically generated">
            <a:extLst>
              <a:ext uri="{FF2B5EF4-FFF2-40B4-BE49-F238E27FC236}">
                <a16:creationId xmlns:a16="http://schemas.microsoft.com/office/drawing/2014/main" id="{7B487A82-710C-01D5-AA96-488966A21D3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8" t="8583" r="25351" b="12982"/>
          <a:stretch/>
        </p:blipFill>
        <p:spPr>
          <a:xfrm rot="-3180000">
            <a:off x="2396541" y="2862519"/>
            <a:ext cx="1631476" cy="20376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5B25D8E-6A8A-64EF-8188-CCB1D6A77845}"/>
              </a:ext>
            </a:extLst>
          </p:cNvPr>
          <p:cNvGrpSpPr/>
          <p:nvPr/>
        </p:nvGrpSpPr>
        <p:grpSpPr>
          <a:xfrm>
            <a:off x="4067945" y="4278248"/>
            <a:ext cx="592925" cy="1002995"/>
            <a:chOff x="3184567" y="2032003"/>
            <a:chExt cx="2657433" cy="100299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C94042A-10D3-1855-F91E-396F77560B98}"/>
                </a:ext>
              </a:extLst>
            </p:cNvPr>
            <p:cNvSpPr/>
            <p:nvPr/>
          </p:nvSpPr>
          <p:spPr>
            <a:xfrm>
              <a:off x="5252708" y="2032003"/>
              <a:ext cx="589292" cy="100299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9CDBEF-2D02-AD89-064C-43B02051E2E0}"/>
                </a:ext>
              </a:extLst>
            </p:cNvPr>
            <p:cNvSpPr txBox="1"/>
            <p:nvPr/>
          </p:nvSpPr>
          <p:spPr>
            <a:xfrm>
              <a:off x="3184567" y="2032003"/>
              <a:ext cx="2395360" cy="100299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6830" tIns="36830" rIns="36830" bIns="36830" numCol="1" spcCol="1270" anchor="ctr" anchorCtr="0">
              <a:noAutofit/>
            </a:bodyPr>
            <a:lstStyle/>
            <a:p>
              <a:pPr marL="0" lvl="0" indent="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10000"/>
                </a:spcAft>
                <a:buNone/>
              </a:pPr>
              <a:r>
                <a:rPr lang="fr-FR" sz="2900" kern="1200" dirty="0"/>
                <a:t>C5</a:t>
              </a:r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EBD3C41-13DF-0ACF-88B7-386184B94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153777"/>
              </p:ext>
            </p:extLst>
          </p:nvPr>
        </p:nvGraphicFramePr>
        <p:xfrm>
          <a:off x="4932040" y="1675989"/>
          <a:ext cx="4164156" cy="3641756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88052">
                  <a:extLst>
                    <a:ext uri="{9D8B030D-6E8A-4147-A177-3AD203B41FA5}">
                      <a16:colId xmlns:a16="http://schemas.microsoft.com/office/drawing/2014/main" val="1754155730"/>
                    </a:ext>
                  </a:extLst>
                </a:gridCol>
                <a:gridCol w="1388052">
                  <a:extLst>
                    <a:ext uri="{9D8B030D-6E8A-4147-A177-3AD203B41FA5}">
                      <a16:colId xmlns:a16="http://schemas.microsoft.com/office/drawing/2014/main" val="885711176"/>
                    </a:ext>
                  </a:extLst>
                </a:gridCol>
                <a:gridCol w="1388052">
                  <a:extLst>
                    <a:ext uri="{9D8B030D-6E8A-4147-A177-3AD203B41FA5}">
                      <a16:colId xmlns:a16="http://schemas.microsoft.com/office/drawing/2014/main" val="3221126494"/>
                    </a:ext>
                  </a:extLst>
                </a:gridCol>
              </a:tblGrid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 atomes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Énergie</a:t>
                      </a:r>
                      <a:r>
                        <a:rPr lang="en-US" dirty="0"/>
                        <a:t> de liaison (eV/atom)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Longueur de liaison (Angstrom)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184120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-3.10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545259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-4.29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52886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-4.75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031889"/>
                  </a:ext>
                </a:extLst>
              </a:tr>
              <a:tr h="68183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876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23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F343176-D1C9-D111-165B-AC18F9820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Résultats</a:t>
            </a:r>
            <a:endParaRPr lang="fr-F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A794-3C90-668C-7B8A-03A0F0EE51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1C2AE-7DB4-B0C7-0B0D-CF3416D58F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5066BF3-8693-A905-38AD-6CE19456B7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5085423"/>
              </p:ext>
            </p:extLst>
          </p:nvPr>
        </p:nvGraphicFramePr>
        <p:xfrm>
          <a:off x="35496" y="1124744"/>
          <a:ext cx="5292588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EBE2BB9-FF28-5988-FF46-C944B3FD97D1}"/>
              </a:ext>
            </a:extLst>
          </p:cNvPr>
          <p:cNvSpPr txBox="1"/>
          <p:nvPr/>
        </p:nvSpPr>
        <p:spPr>
          <a:xfrm>
            <a:off x="1691680" y="112474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B79DA-DBFC-7C6B-25FD-394FB75D41FD}"/>
              </a:ext>
            </a:extLst>
          </p:cNvPr>
          <p:cNvSpPr txBox="1"/>
          <p:nvPr/>
        </p:nvSpPr>
        <p:spPr>
          <a:xfrm>
            <a:off x="179512" y="19077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53A87-967C-E889-47AB-D90192718449}"/>
              </a:ext>
            </a:extLst>
          </p:cNvPr>
          <p:cNvSpPr txBox="1"/>
          <p:nvPr/>
        </p:nvSpPr>
        <p:spPr>
          <a:xfrm>
            <a:off x="143518" y="364406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7FE7C4-E2BF-097C-0C3F-9854BE7A2DD1}"/>
              </a:ext>
            </a:extLst>
          </p:cNvPr>
          <p:cNvSpPr txBox="1"/>
          <p:nvPr/>
        </p:nvSpPr>
        <p:spPr>
          <a:xfrm>
            <a:off x="3419872" y="537785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CC6B3F-B84D-50ED-972F-C0B54B207086}"/>
              </a:ext>
            </a:extLst>
          </p:cNvPr>
          <p:cNvSpPr txBox="1"/>
          <p:nvPr/>
        </p:nvSpPr>
        <p:spPr>
          <a:xfrm>
            <a:off x="4721779" y="367867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D5C2E4-4192-A321-B746-053D4779B80F}"/>
              </a:ext>
            </a:extLst>
          </p:cNvPr>
          <p:cNvSpPr txBox="1"/>
          <p:nvPr/>
        </p:nvSpPr>
        <p:spPr>
          <a:xfrm>
            <a:off x="4720225" y="2002717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C16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0EF4BAD-1A7B-39DA-CB46-21BC8BA0D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285910"/>
              </p:ext>
            </p:extLst>
          </p:nvPr>
        </p:nvGraphicFramePr>
        <p:xfrm>
          <a:off x="5343859" y="1198692"/>
          <a:ext cx="3660093" cy="4968551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220031">
                  <a:extLst>
                    <a:ext uri="{9D8B030D-6E8A-4147-A177-3AD203B41FA5}">
                      <a16:colId xmlns:a16="http://schemas.microsoft.com/office/drawing/2014/main" val="1754155730"/>
                    </a:ext>
                  </a:extLst>
                </a:gridCol>
                <a:gridCol w="1220031">
                  <a:extLst>
                    <a:ext uri="{9D8B030D-6E8A-4147-A177-3AD203B41FA5}">
                      <a16:colId xmlns:a16="http://schemas.microsoft.com/office/drawing/2014/main" val="885711176"/>
                    </a:ext>
                  </a:extLst>
                </a:gridCol>
                <a:gridCol w="1220031">
                  <a:extLst>
                    <a:ext uri="{9D8B030D-6E8A-4147-A177-3AD203B41FA5}">
                      <a16:colId xmlns:a16="http://schemas.microsoft.com/office/drawing/2014/main" val="3221126494"/>
                    </a:ext>
                  </a:extLst>
                </a:gridCol>
              </a:tblGrid>
              <a:tr h="11721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 atomes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Énergie</a:t>
                      </a:r>
                      <a:r>
                        <a:rPr lang="en-US" sz="1600" dirty="0"/>
                        <a:t> de liaison (eV/atom)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Longueur de liaison (Angstrom)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4184120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545259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952886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031889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876476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144731"/>
                  </a:ext>
                </a:extLst>
              </a:tr>
              <a:tr h="63272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-5.98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98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869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6B8D-C8F6-BBC9-EE8F-85675C8D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600" dirty="0" err="1"/>
              <a:t>Différence</a:t>
            </a:r>
            <a:r>
              <a:rPr lang="en-US" sz="2600" dirty="0"/>
              <a:t> au </a:t>
            </a:r>
            <a:r>
              <a:rPr lang="en-US" sz="2600" dirty="0" err="1"/>
              <a:t>niveau</a:t>
            </a:r>
            <a:r>
              <a:rPr lang="en-US" sz="2600" dirty="0"/>
              <a:t> des </a:t>
            </a:r>
            <a:r>
              <a:rPr lang="en-US" sz="2600" dirty="0" err="1"/>
              <a:t>potentiels</a:t>
            </a:r>
            <a:r>
              <a:rPr lang="en-US" sz="2600" dirty="0"/>
              <a:t> </a:t>
            </a:r>
            <a:r>
              <a:rPr lang="en-US" sz="2600" b="1" dirty="0" err="1"/>
              <a:t>rebo</a:t>
            </a:r>
            <a:r>
              <a:rPr lang="en-US" sz="2600" dirty="0"/>
              <a:t> et </a:t>
            </a:r>
            <a:r>
              <a:rPr lang="en-US" sz="2600" b="1" dirty="0" err="1"/>
              <a:t>airebo</a:t>
            </a:r>
            <a:endParaRPr lang="fr-FR" sz="26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A8F84F-26FF-7B26-4F6F-0F007A1BE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504" y="1270563"/>
            <a:ext cx="3960440" cy="4855603"/>
          </a:xfrm>
        </p:spPr>
        <p:txBody>
          <a:bodyPr/>
          <a:lstStyle/>
          <a:p>
            <a:pPr marL="0" indent="0">
              <a:buNone/>
            </a:pPr>
            <a:r>
              <a:rPr lang="fr-FR" sz="1900" b="1" dirty="0"/>
              <a:t>Potentiel REBO</a:t>
            </a:r>
            <a:endParaRPr lang="fr-FR" sz="1900" dirty="0"/>
          </a:p>
          <a:p>
            <a:r>
              <a:rPr lang="fr-FR" sz="1900" dirty="0" err="1"/>
              <a:t>Reactive</a:t>
            </a:r>
            <a:r>
              <a:rPr lang="fr-FR" sz="1900" dirty="0"/>
              <a:t> Bond </a:t>
            </a:r>
            <a:r>
              <a:rPr lang="fr-FR" sz="1900" dirty="0" err="1"/>
              <a:t>Order</a:t>
            </a:r>
            <a:r>
              <a:rPr lang="fr-FR" sz="1900" dirty="0"/>
              <a:t> (REBO) fait partie des potentiels d’ordre de liaison</a:t>
            </a:r>
          </a:p>
          <a:p>
            <a:r>
              <a:rPr lang="fr-FR" sz="1900" dirty="0"/>
              <a:t>Il inclut des termes pour les liaisons covalentes directes et des termes angulaires pour tenir compte de la géométrie locale des atomes.</a:t>
            </a:r>
          </a:p>
          <a:p>
            <a:pPr marL="0" indent="0">
              <a:buNone/>
            </a:pPr>
            <a:r>
              <a:rPr lang="fr-FR" sz="1900" b="1" dirty="0"/>
              <a:t>Potentiel </a:t>
            </a:r>
            <a:r>
              <a:rPr lang="fr-FR" sz="1900" b="1" dirty="0" err="1"/>
              <a:t>airebo</a:t>
            </a:r>
            <a:endParaRPr lang="fr-FR" sz="1900" b="1" dirty="0"/>
          </a:p>
          <a:p>
            <a:r>
              <a:rPr lang="fr-FR" sz="1900" dirty="0"/>
              <a:t>Extension du potentiel REBO qui prend en compte des termes </a:t>
            </a:r>
            <a:r>
              <a:rPr lang="en-US" sz="1900" dirty="0" err="1"/>
              <a:t>décrivant</a:t>
            </a:r>
            <a:r>
              <a:rPr lang="en-US" sz="1900" dirty="0"/>
              <a:t> les interactions de Van-der Waals ou les interactions </a:t>
            </a:r>
            <a:r>
              <a:rPr lang="en-US" sz="1900" dirty="0" err="1"/>
              <a:t>diédriques</a:t>
            </a:r>
            <a:r>
              <a:rPr lang="en-US" sz="1900" dirty="0"/>
              <a:t>.</a:t>
            </a:r>
            <a:endParaRPr lang="fr-FR" sz="1900" dirty="0"/>
          </a:p>
        </p:txBody>
      </p:sp>
      <p:pic>
        <p:nvPicPr>
          <p:cNvPr id="8" name="Content Placeholder 7" descr="A graph with green and red lines&#10;&#10;Description automatically generated">
            <a:extLst>
              <a:ext uri="{FF2B5EF4-FFF2-40B4-BE49-F238E27FC236}">
                <a16:creationId xmlns:a16="http://schemas.microsoft.com/office/drawing/2014/main" id="{91EB51C5-F437-BF35-A1F5-B347F1ABE4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6" r="8498"/>
          <a:stretch/>
        </p:blipFill>
        <p:spPr>
          <a:xfrm>
            <a:off x="3995936" y="1844824"/>
            <a:ext cx="4894312" cy="33123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01454-6EE0-C1AE-5CB0-C4DA6884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1CCAF-6151-F2BB-B068-00C32872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939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C010C8-51CA-6846-D1AD-64DE1861C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REBO/AIREBO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EED7F-A8FC-8110-B76C-D8DF32CF0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ADBC-FA76-4B03-8C7B-4D5ED95C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16</a:t>
            </a:fld>
            <a:endParaRPr lang="fr-F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647A4EA-719C-E1BC-3E02-96F82D4D1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40905"/>
              </p:ext>
            </p:extLst>
          </p:nvPr>
        </p:nvGraphicFramePr>
        <p:xfrm>
          <a:off x="323528" y="1196753"/>
          <a:ext cx="8424936" cy="4896543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37484421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4157362027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709476010"/>
                    </a:ext>
                  </a:extLst>
                </a:gridCol>
              </a:tblGrid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Caractéristique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/>
                        <a:t>SREBO</a:t>
                      </a:r>
                      <a:endParaRPr lang="fr-F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AIREBO</a:t>
                      </a:r>
                      <a:endParaRPr lang="fr-F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457665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Interactions Covalentes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Très bien décrites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Très bien décrites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410565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/>
                        <a:t>Interactions Non Covalentes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Non prises en compte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Inclus les interactions van der Waals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21961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Complexité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Moins complexe, calcul plus rapide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Plus complexe, calcul plus 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5832"/>
                  </a:ext>
                </a:extLst>
              </a:tr>
              <a:tr h="1411153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Matériaux carbonés simples (graphite, nanotubes)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Matériaux complexes et situations nécessitant des interactions van der Waals (graphène multicouche, interactions protéine-surface)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777738"/>
                  </a:ext>
                </a:extLst>
              </a:tr>
              <a:tr h="697078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Adaptabilité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Moins adaptable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Plus adaptable aux changements de coordination atomique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78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71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A694-29D4-8111-FBC9-396C9F61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600" dirty="0"/>
              <a:t>Influence du temps de calcul/</a:t>
            </a:r>
            <a:r>
              <a:rPr lang="en-US" sz="2600" dirty="0"/>
              <a:t>durée</a:t>
            </a:r>
            <a:r>
              <a:rPr lang="fr-FR" sz="2600" dirty="0"/>
              <a:t> du cycle CRC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FA02517-C6F2-8F68-C5D7-525989523CC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0377053"/>
              </p:ext>
            </p:extLst>
          </p:nvPr>
        </p:nvGraphicFramePr>
        <p:xfrm>
          <a:off x="1115616" y="4148874"/>
          <a:ext cx="6912768" cy="2088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117892353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105823299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56702370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928894384"/>
                    </a:ext>
                  </a:extLst>
                </a:gridCol>
              </a:tblGrid>
              <a:tr h="5412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Itérations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Durée des cycles</a:t>
                      </a:r>
                      <a:endParaRPr lang="fr-F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Environnement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Environnement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416275"/>
                  </a:ext>
                </a:extLst>
              </a:tr>
              <a:tr h="31338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0.1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-12.42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/>
                        <a:t>-12.42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549530"/>
                  </a:ext>
                </a:extLst>
              </a:tr>
              <a:tr h="33260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-37.46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-41.18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444718"/>
                  </a:ext>
                </a:extLst>
              </a:tr>
              <a:tr h="332604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-45.18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-43.48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6318443"/>
                  </a:ext>
                </a:extLst>
              </a:tr>
              <a:tr h="54129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1 000 000 000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100 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-45.20 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-45.20 eV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0343133"/>
                  </a:ext>
                </a:extLst>
              </a:tr>
            </a:tbl>
          </a:graphicData>
        </a:graphic>
      </p:graphicFrame>
      <p:pic>
        <p:nvPicPr>
          <p:cNvPr id="10" name="Content Placeholder 9" descr="A graph with red and green lines&#10;&#10;Description automatically generated">
            <a:extLst>
              <a:ext uri="{FF2B5EF4-FFF2-40B4-BE49-F238E27FC236}">
                <a16:creationId xmlns:a16="http://schemas.microsoft.com/office/drawing/2014/main" id="{41D7CBB3-B337-C36B-387C-5DF7C4BA71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r="7881"/>
          <a:stretch/>
        </p:blipFill>
        <p:spPr>
          <a:xfrm>
            <a:off x="69457" y="1124744"/>
            <a:ext cx="4462272" cy="2926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F2DA2-2584-FF8F-FD07-DCE68CA0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B8E6D-765B-EBAB-4BAD-FD407127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14" name="Picture 13" descr="A graph with a red line&#10;&#10;Description automatically generated">
            <a:extLst>
              <a:ext uri="{FF2B5EF4-FFF2-40B4-BE49-F238E27FC236}">
                <a16:creationId xmlns:a16="http://schemas.microsoft.com/office/drawing/2014/main" id="{7D5C832A-A19D-6E05-2819-66BF086B52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8479"/>
          <a:stretch/>
        </p:blipFill>
        <p:spPr>
          <a:xfrm>
            <a:off x="4644007" y="1124744"/>
            <a:ext cx="4462272" cy="29260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714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D23C-E187-454F-C8C7-9F7FE451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Agrégat</a:t>
            </a:r>
            <a:r>
              <a:rPr lang="fr-FR" dirty="0"/>
              <a:t> de </a:t>
            </a:r>
            <a:r>
              <a:rPr lang="en-US" dirty="0" err="1"/>
              <a:t>Tungstène</a:t>
            </a:r>
            <a:r>
              <a:rPr lang="en-US" dirty="0"/>
              <a:t> 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B5A6C-C9D2-054A-85D4-EEC416C9B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400" dirty="0"/>
              <a:t>Tout comme les </a:t>
            </a:r>
            <a:r>
              <a:rPr lang="en-US" sz="2400" dirty="0" err="1"/>
              <a:t>agrégats</a:t>
            </a:r>
            <a:r>
              <a:rPr lang="en-US" sz="2400" dirty="0"/>
              <a:t> de carbone, des </a:t>
            </a:r>
            <a:r>
              <a:rPr lang="en-US" sz="2400" dirty="0" err="1"/>
              <a:t>poussières</a:t>
            </a:r>
            <a:r>
              <a:rPr lang="en-US" sz="2400" dirty="0"/>
              <a:t> de tungsten en milieu plasma </a:t>
            </a:r>
            <a:r>
              <a:rPr lang="en-US" sz="2400" dirty="0" err="1"/>
              <a:t>peuvent</a:t>
            </a:r>
            <a:r>
              <a:rPr lang="en-US" sz="2400" dirty="0"/>
              <a:t> former des clusters.</a:t>
            </a:r>
          </a:p>
          <a:p>
            <a:r>
              <a:rPr lang="en-US" sz="2400" dirty="0"/>
              <a:t>Pour </a:t>
            </a:r>
            <a:r>
              <a:rPr lang="en-US" sz="2400" dirty="0" err="1"/>
              <a:t>modéliser</a:t>
            </a:r>
            <a:r>
              <a:rPr lang="en-US" sz="2400" dirty="0"/>
              <a:t> </a:t>
            </a:r>
            <a:r>
              <a:rPr lang="en-US" sz="2400" dirty="0" err="1"/>
              <a:t>leur</a:t>
            </a:r>
            <a:r>
              <a:rPr lang="en-US" sz="2400" dirty="0"/>
              <a:t> </a:t>
            </a:r>
            <a:r>
              <a:rPr lang="en-US" sz="2400" dirty="0" err="1"/>
              <a:t>dynamique</a:t>
            </a:r>
            <a:r>
              <a:rPr lang="en-US" sz="2400" dirty="0"/>
              <a:t>, on </a:t>
            </a:r>
            <a:r>
              <a:rPr lang="en-US" sz="2400" dirty="0" err="1"/>
              <a:t>utilise</a:t>
            </a:r>
            <a:r>
              <a:rPr lang="en-US" sz="2400" dirty="0"/>
              <a:t> un potential de type EAM.</a:t>
            </a:r>
          </a:p>
          <a:p>
            <a:r>
              <a:rPr lang="en-US" sz="2400" dirty="0"/>
              <a:t>On </a:t>
            </a:r>
            <a:r>
              <a:rPr lang="en-US" sz="2400" dirty="0" err="1"/>
              <a:t>soumet</a:t>
            </a:r>
            <a:r>
              <a:rPr lang="en-US" sz="2400" dirty="0"/>
              <a:t> des </a:t>
            </a:r>
            <a:r>
              <a:rPr lang="en-US" sz="2400" dirty="0" err="1"/>
              <a:t>poussières</a:t>
            </a:r>
            <a:r>
              <a:rPr lang="en-US" sz="2400" dirty="0"/>
              <a:t> de </a:t>
            </a:r>
            <a:r>
              <a:rPr lang="en-US" sz="2400" dirty="0" err="1"/>
              <a:t>dizaines</a:t>
            </a:r>
            <a:r>
              <a:rPr lang="en-US" sz="2400" dirty="0"/>
              <a:t> d’atomes de </a:t>
            </a:r>
            <a:r>
              <a:rPr lang="en-US" sz="2400" dirty="0" err="1"/>
              <a:t>tungstène</a:t>
            </a:r>
            <a:r>
              <a:rPr lang="en-US" sz="2400" dirty="0"/>
              <a:t> à un cycle CRC, et on suit </a:t>
            </a:r>
            <a:r>
              <a:rPr lang="en-US" sz="2400" dirty="0" err="1"/>
              <a:t>l'évolution</a:t>
            </a:r>
            <a:r>
              <a:rPr lang="en-US" sz="2400" dirty="0"/>
              <a:t> de la formation de cluster dans le milieu.</a:t>
            </a:r>
            <a:endParaRPr lang="fr-FR" sz="24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99B8100-0773-E6D0-57EC-188A4E3FDB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5825663"/>
              </p:ext>
            </p:extLst>
          </p:nvPr>
        </p:nvGraphicFramePr>
        <p:xfrm>
          <a:off x="4648200" y="1270000"/>
          <a:ext cx="4244975" cy="4856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08988-DA0C-C836-BBDA-855FDBA32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ABB3D-11DB-30FE-1722-9681BBDC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729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3BBF-5693-6209-B55D-25D57EBB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600" dirty="0"/>
              <a:t>Comparaison liaison covalente/liaison </a:t>
            </a:r>
            <a:r>
              <a:rPr lang="en-US" sz="2600" dirty="0" err="1"/>
              <a:t>métallique</a:t>
            </a:r>
            <a:r>
              <a:rPr lang="en-US" sz="2600" dirty="0"/>
              <a:t> </a:t>
            </a:r>
            <a:endParaRPr lang="fr-FR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A161-129C-B169-DB34-1135EF77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06935-90E4-83F6-F8B6-462C2AFF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19</a:t>
            </a:fld>
            <a:endParaRPr lang="fr-FR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66F0D3-22F0-3650-80AE-218293999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54581"/>
              </p:ext>
            </p:extLst>
          </p:nvPr>
        </p:nvGraphicFramePr>
        <p:xfrm>
          <a:off x="899593" y="1196752"/>
          <a:ext cx="7272807" cy="49685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4269">
                  <a:extLst>
                    <a:ext uri="{9D8B030D-6E8A-4147-A177-3AD203B41FA5}">
                      <a16:colId xmlns:a16="http://schemas.microsoft.com/office/drawing/2014/main" val="382537433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3325662311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632180333"/>
                    </a:ext>
                  </a:extLst>
                </a:gridCol>
              </a:tblGrid>
              <a:tr h="413103">
                <a:tc>
                  <a:txBody>
                    <a:bodyPr/>
                    <a:lstStyle/>
                    <a:p>
                      <a:r>
                        <a:rPr lang="en-US" sz="1600" dirty="0" err="1"/>
                        <a:t>Caractéristique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Liaison covalente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Liaison </a:t>
                      </a:r>
                      <a:r>
                        <a:rPr lang="en-US" sz="1600" dirty="0" err="1"/>
                        <a:t>métallique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480300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Structure </a:t>
                      </a:r>
                      <a:r>
                        <a:rPr lang="en-US" sz="1600" dirty="0" err="1"/>
                        <a:t>électronique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localisés</a:t>
                      </a:r>
                      <a:r>
                        <a:rPr lang="en-US" sz="1600" dirty="0"/>
                        <a:t> entre les </a:t>
                      </a:r>
                      <a:r>
                        <a:rPr lang="en-US" sz="1600" dirty="0" err="1"/>
                        <a:t>atomes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délocalisés</a:t>
                      </a:r>
                      <a:r>
                        <a:rPr lang="en-US" sz="1600" dirty="0"/>
                        <a:t> sur tout le réseau 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299723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Partage </a:t>
                      </a:r>
                      <a:r>
                        <a:rPr lang="en-US" sz="1600" dirty="0" err="1"/>
                        <a:t>d'électrons</a:t>
                      </a:r>
                      <a:r>
                        <a:rPr lang="en-US" sz="1600" dirty="0"/>
                        <a:t> entre </a:t>
                      </a:r>
                      <a:r>
                        <a:rPr lang="en-US" sz="1600" dirty="0" err="1"/>
                        <a:t>atomes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Mer </a:t>
                      </a:r>
                      <a:r>
                        <a:rPr lang="en-US" sz="1600" dirty="0" err="1"/>
                        <a:t>d'électrons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délocalisés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44387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Types de </a:t>
                      </a:r>
                      <a:r>
                        <a:rPr lang="en-US" sz="1600" dirty="0"/>
                        <a:t>composes 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Molécules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systèmes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covalents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Métaux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alliages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240965"/>
                  </a:ext>
                </a:extLst>
              </a:tr>
              <a:tr h="413103">
                <a:tc>
                  <a:txBody>
                    <a:bodyPr/>
                    <a:lstStyle/>
                    <a:p>
                      <a:r>
                        <a:rPr lang="fr-FR" sz="1600" dirty="0"/>
                        <a:t>Exemples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H₂, O₂, CH₄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Fe, Cu, Al, 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065399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en-US" sz="1600" dirty="0"/>
                        <a:t>État à temperature </a:t>
                      </a:r>
                      <a:r>
                        <a:rPr lang="en-US" sz="1600" dirty="0" err="1"/>
                        <a:t>ambiante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Solide, liquide, gazeux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Solide (sauf le mercure)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831696"/>
                  </a:ext>
                </a:extLst>
              </a:tr>
              <a:tr h="645120">
                <a:tc>
                  <a:txBody>
                    <a:bodyPr/>
                    <a:lstStyle/>
                    <a:p>
                      <a:r>
                        <a:rPr lang="fr-FR" sz="1600" dirty="0"/>
                        <a:t>Point de fusion/</a:t>
                      </a:r>
                      <a:r>
                        <a:rPr lang="en-US" sz="1600" dirty="0" err="1"/>
                        <a:t>ébullition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Relativement 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Élevés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04076"/>
                  </a:ext>
                </a:extLst>
              </a:tr>
              <a:tr h="916749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Conductivité</a:t>
                      </a:r>
                      <a:r>
                        <a:rPr lang="en-US" sz="1600" dirty="0"/>
                        <a:t>/</a:t>
                      </a:r>
                      <a:r>
                        <a:rPr lang="en-US" sz="1600" dirty="0" err="1"/>
                        <a:t>Ductilité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malléabilité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Faible </a:t>
                      </a:r>
                      <a:r>
                        <a:rPr lang="en-US" sz="1600" dirty="0"/>
                        <a:t>à </a:t>
                      </a:r>
                      <a:r>
                        <a:rPr lang="en-US" sz="1600" dirty="0" err="1"/>
                        <a:t>nulle</a:t>
                      </a:r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sauf</a:t>
                      </a:r>
                      <a:r>
                        <a:rPr lang="en-US" sz="1600" dirty="0"/>
                        <a:t> exceptions), </a:t>
                      </a:r>
                      <a:r>
                        <a:rPr lang="en-US" sz="1600" dirty="0" err="1"/>
                        <a:t>souvent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fragiles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Élevée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 err="1"/>
                        <a:t>ductiles</a:t>
                      </a:r>
                      <a:r>
                        <a:rPr lang="en-US" sz="1600" dirty="0"/>
                        <a:t> et </a:t>
                      </a:r>
                      <a:r>
                        <a:rPr lang="en-US" sz="1600" dirty="0" err="1"/>
                        <a:t>malléables</a:t>
                      </a:r>
                      <a:r>
                        <a:rPr lang="en-US" sz="1600" dirty="0"/>
                        <a:t> </a:t>
                      </a:r>
                      <a:endParaRPr lang="fr-F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15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703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B059-2AF0-094D-E63B-CEF4FC5E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Agrégat</a:t>
            </a:r>
            <a:r>
              <a:rPr lang="en-US" dirty="0"/>
              <a:t> de </a:t>
            </a:r>
            <a:r>
              <a:rPr lang="en-US" dirty="0" err="1"/>
              <a:t>Tungstène</a:t>
            </a:r>
            <a:r>
              <a:rPr lang="en-US" dirty="0"/>
              <a:t> et CRC</a:t>
            </a:r>
            <a:endParaRPr lang="fr-FR" dirty="0"/>
          </a:p>
        </p:txBody>
      </p:sp>
      <p:pic>
        <p:nvPicPr>
          <p:cNvPr id="10" name="Content Placeholder 9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CFAB4883-A988-4398-A766-5F4930FC39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7" t="23454" r="27042" b="22264"/>
          <a:stretch/>
        </p:blipFill>
        <p:spPr>
          <a:xfrm>
            <a:off x="5641466" y="1119023"/>
            <a:ext cx="1836204" cy="16321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Content Placeholder 7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949487D6-7B35-8CD8-0AAB-9D0D7DBF89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31" t="30240" r="27157" b="15479"/>
          <a:stretch/>
        </p:blipFill>
        <p:spPr>
          <a:xfrm>
            <a:off x="7337035" y="1129902"/>
            <a:ext cx="1670730" cy="16367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14523-D419-CE78-9D44-9B1B37E9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17FB5-474B-E7A7-C19A-0DE1A7CC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20</a:t>
            </a:fld>
            <a:endParaRPr lang="fr-FR"/>
          </a:p>
        </p:txBody>
      </p:sp>
      <p:pic>
        <p:nvPicPr>
          <p:cNvPr id="12" name="Picture 11" descr="A blue spheres on a white background&#10;&#10;Description automatically generated">
            <a:extLst>
              <a:ext uri="{FF2B5EF4-FFF2-40B4-BE49-F238E27FC236}">
                <a16:creationId xmlns:a16="http://schemas.microsoft.com/office/drawing/2014/main" id="{E25626F3-CE15-0B9D-6647-109A06AE47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2" t="22862" r="30863" b="19986"/>
          <a:stretch/>
        </p:blipFill>
        <p:spPr>
          <a:xfrm>
            <a:off x="3969228" y="1137833"/>
            <a:ext cx="1672238" cy="16367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1F865B65-F1C9-3586-6ECE-3575287ED8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3358335"/>
            <a:ext cx="4752528" cy="2806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8EE25F0-8B57-DC89-8C61-A9FA2340F2A1}"/>
              </a:ext>
            </a:extLst>
          </p:cNvPr>
          <p:cNvSpPr txBox="1"/>
          <p:nvPr/>
        </p:nvSpPr>
        <p:spPr>
          <a:xfrm>
            <a:off x="3186524" y="3023086"/>
            <a:ext cx="277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pair (OVITO)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B17C2C-7510-E439-4B25-39A6474C4305}"/>
              </a:ext>
            </a:extLst>
          </p:cNvPr>
          <p:cNvSpPr txBox="1"/>
          <p:nvPr/>
        </p:nvSpPr>
        <p:spPr>
          <a:xfrm>
            <a:off x="179512" y="1124744"/>
            <a:ext cx="36750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remarque en effectuant une</a:t>
            </a:r>
          </a:p>
          <a:p>
            <a:r>
              <a:rPr lang="fr-FR" dirty="0"/>
              <a:t>CRC sur quel que soit le nombre</a:t>
            </a:r>
          </a:p>
          <a:p>
            <a:r>
              <a:rPr lang="fr-FR" dirty="0"/>
              <a:t>d’atomes de </a:t>
            </a:r>
            <a:r>
              <a:rPr lang="en-US" dirty="0" err="1"/>
              <a:t>tungstène</a:t>
            </a:r>
            <a:r>
              <a:rPr lang="en-US" dirty="0"/>
              <a:t>, on </a:t>
            </a:r>
            <a:r>
              <a:rPr lang="en-US" dirty="0" err="1"/>
              <a:t>obtient</a:t>
            </a:r>
            <a:endParaRPr lang="en-US" dirty="0"/>
          </a:p>
          <a:p>
            <a:r>
              <a:rPr lang="en-US" dirty="0" err="1"/>
              <a:t>toujours</a:t>
            </a:r>
            <a:r>
              <a:rPr lang="en-US" dirty="0"/>
              <a:t> la </a:t>
            </a:r>
            <a:r>
              <a:rPr lang="en-US" dirty="0" err="1"/>
              <a:t>même</a:t>
            </a:r>
            <a:r>
              <a:rPr lang="en-US" dirty="0"/>
              <a:t> structure :</a:t>
            </a:r>
          </a:p>
          <a:p>
            <a:r>
              <a:rPr lang="en-US" b="1" i="1" dirty="0" err="1"/>
              <a:t>compacte</a:t>
            </a:r>
            <a:r>
              <a:rPr lang="en-US" dirty="0"/>
              <a:t>, avec une </a:t>
            </a:r>
            <a:r>
              <a:rPr lang="en-US" u="sng" dirty="0"/>
              <a:t>distance </a:t>
            </a:r>
          </a:p>
          <a:p>
            <a:r>
              <a:rPr lang="en-US" u="sng" dirty="0" err="1"/>
              <a:t>d'équilibre</a:t>
            </a:r>
            <a:r>
              <a:rPr lang="en-US" dirty="0"/>
              <a:t> de </a:t>
            </a:r>
            <a:r>
              <a:rPr lang="en-US" b="1" i="1" dirty="0"/>
              <a:t>2.65 Angstroms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8653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A858-E699-F7A7-3811-D56B379C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Structure crystalline du </a:t>
            </a:r>
            <a:r>
              <a:rPr lang="en-US" sz="3600" dirty="0" err="1"/>
              <a:t>Tungstène</a:t>
            </a:r>
            <a:endParaRPr lang="fr-FR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2BFCE-6DBB-64EA-9093-FE2466E7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D363-FB15-E15D-1F04-51574613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0A450-7340-1FA5-AB42-F35BFE080F11}"/>
              </a:ext>
            </a:extLst>
          </p:cNvPr>
          <p:cNvSpPr txBox="1"/>
          <p:nvPr/>
        </p:nvSpPr>
        <p:spPr>
          <a:xfrm>
            <a:off x="107504" y="1124744"/>
            <a:ext cx="3960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 </a:t>
            </a:r>
            <a:r>
              <a:rPr lang="en-US" dirty="0" err="1"/>
              <a:t>décide</a:t>
            </a:r>
            <a:r>
              <a:rPr lang="en-US" dirty="0"/>
              <a:t> alors </a:t>
            </a:r>
            <a:r>
              <a:rPr lang="en-US" dirty="0" err="1"/>
              <a:t>d'étudier</a:t>
            </a:r>
            <a:r>
              <a:rPr lang="en-US" dirty="0"/>
              <a:t> la structure crystalline du </a:t>
            </a:r>
            <a:r>
              <a:rPr lang="en-US" dirty="0" err="1"/>
              <a:t>tungstène</a:t>
            </a:r>
            <a:r>
              <a:rPr lang="en-US" dirty="0"/>
              <a:t>, et de la comparer aux </a:t>
            </a:r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/>
              <a:t>précédents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dirty="0" err="1"/>
              <a:t>trouve</a:t>
            </a:r>
            <a:r>
              <a:rPr lang="en-US" dirty="0"/>
              <a:t> la </a:t>
            </a:r>
            <a:r>
              <a:rPr lang="en-US" u="sng" dirty="0"/>
              <a:t>distance </a:t>
            </a:r>
            <a:r>
              <a:rPr lang="en-US" u="sng" dirty="0" err="1"/>
              <a:t>d'équilibre</a:t>
            </a:r>
            <a:r>
              <a:rPr lang="en-US" u="sng" dirty="0"/>
              <a:t> </a:t>
            </a:r>
            <a:r>
              <a:rPr lang="en-US" dirty="0"/>
              <a:t>(</a:t>
            </a:r>
            <a:r>
              <a:rPr lang="en-US" i="1" dirty="0" err="1"/>
              <a:t>paramètre</a:t>
            </a:r>
            <a:r>
              <a:rPr lang="en-US" i="1" dirty="0"/>
              <a:t> de </a:t>
            </a:r>
            <a:r>
              <a:rPr lang="en-US" i="1" dirty="0" err="1"/>
              <a:t>maille</a:t>
            </a:r>
            <a:r>
              <a:rPr lang="en-US" dirty="0"/>
              <a:t>) du crystal à </a:t>
            </a:r>
            <a:r>
              <a:rPr lang="en-US" b="1" i="1" dirty="0"/>
              <a:t>3.165 Angstroms</a:t>
            </a:r>
            <a:r>
              <a:rPr lang="en-US" dirty="0"/>
              <a:t>.</a:t>
            </a:r>
            <a:endParaRPr lang="fr-FR" dirty="0"/>
          </a:p>
        </p:txBody>
      </p:sp>
      <p:pic>
        <p:nvPicPr>
          <p:cNvPr id="13" name="Picture 12" descr="A group of blue balls&#10;&#10;Description automatically generated">
            <a:extLst>
              <a:ext uri="{FF2B5EF4-FFF2-40B4-BE49-F238E27FC236}">
                <a16:creationId xmlns:a16="http://schemas.microsoft.com/office/drawing/2014/main" id="{552FF9F0-8C1E-9337-BA2F-2130829BB2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05" t="38974" r="39367" b="29002"/>
          <a:stretch/>
        </p:blipFill>
        <p:spPr>
          <a:xfrm>
            <a:off x="7308304" y="1272172"/>
            <a:ext cx="1440160" cy="1463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blue spheres in a square&#10;&#10;Description automatically generated with medium confidence">
            <a:extLst>
              <a:ext uri="{FF2B5EF4-FFF2-40B4-BE49-F238E27FC236}">
                <a16:creationId xmlns:a16="http://schemas.microsoft.com/office/drawing/2014/main" id="{E5927E73-80FA-1988-CC28-DE8776A7FE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42" t="38974" r="38186" b="29002"/>
          <a:stretch/>
        </p:blipFill>
        <p:spPr>
          <a:xfrm>
            <a:off x="5570099" y="1272172"/>
            <a:ext cx="1656184" cy="14639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Picture 18" descr="A cube of blue balls&#10;&#10;Description automatically generated">
            <a:extLst>
              <a:ext uri="{FF2B5EF4-FFF2-40B4-BE49-F238E27FC236}">
                <a16:creationId xmlns:a16="http://schemas.microsoft.com/office/drawing/2014/main" id="{6ACA030C-712F-11BE-7D4A-83C798D98B4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22" t="25930" r="29768" b="21183"/>
          <a:stretch/>
        </p:blipFill>
        <p:spPr>
          <a:xfrm>
            <a:off x="277511" y="3235183"/>
            <a:ext cx="3070353" cy="27861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 descr="A graph of a graph with a line&#10;&#10;Description automatically generated with medium confidence">
            <a:extLst>
              <a:ext uri="{FF2B5EF4-FFF2-40B4-BE49-F238E27FC236}">
                <a16:creationId xmlns:a16="http://schemas.microsoft.com/office/drawing/2014/main" id="{5D3E4127-49DA-1801-722A-B670715102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927" y="3254332"/>
            <a:ext cx="4823529" cy="29829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95C335E-DF7D-10B0-EA28-4B7BCB04F111}"/>
              </a:ext>
            </a:extLst>
          </p:cNvPr>
          <p:cNvSpPr txBox="1"/>
          <p:nvPr/>
        </p:nvSpPr>
        <p:spPr>
          <a:xfrm>
            <a:off x="4681369" y="2915652"/>
            <a:ext cx="2770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Fonction</a:t>
            </a:r>
            <a:r>
              <a:rPr lang="en-US" dirty="0"/>
              <a:t> de pair (OVITO)</a:t>
            </a:r>
          </a:p>
        </p:txBody>
      </p:sp>
      <p:pic>
        <p:nvPicPr>
          <p:cNvPr id="3" name="Picture Placeholder 8" descr="A blue molecule model on a black background&#10;&#10;Description automatically generated">
            <a:extLst>
              <a:ext uri="{FF2B5EF4-FFF2-40B4-BE49-F238E27FC236}">
                <a16:creationId xmlns:a16="http://schemas.microsoft.com/office/drawing/2014/main" id="{5E0A01AD-8AD2-A5E9-D0FF-4B58CFD190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1" t="23967" r="31715" b="23562"/>
          <a:stretch/>
        </p:blipFill>
        <p:spPr>
          <a:xfrm>
            <a:off x="4201947" y="1272172"/>
            <a:ext cx="1368152" cy="141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84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31B1-BFEC-4FE1-8985-0B375FC8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Crystal de </a:t>
            </a:r>
            <a:r>
              <a:rPr lang="en-US" dirty="0" err="1"/>
              <a:t>Tungstène</a:t>
            </a:r>
            <a:r>
              <a:rPr lang="en-US" dirty="0"/>
              <a:t> et CRC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53AD2-6E98-8CFD-20B7-AB53F4110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270564"/>
            <a:ext cx="4608512" cy="2157094"/>
          </a:xfrm>
        </p:spPr>
        <p:txBody>
          <a:bodyPr/>
          <a:lstStyle/>
          <a:p>
            <a:r>
              <a:rPr lang="fr-FR" sz="1800" dirty="0"/>
              <a:t>On </a:t>
            </a:r>
            <a:r>
              <a:rPr lang="en-US" sz="1800" dirty="0" err="1"/>
              <a:t>approfondi</a:t>
            </a:r>
            <a:r>
              <a:rPr lang="en-US" sz="1800" dirty="0"/>
              <a:t> </a:t>
            </a:r>
            <a:r>
              <a:rPr lang="en-US" sz="1800" dirty="0" err="1"/>
              <a:t>l'étude</a:t>
            </a:r>
            <a:r>
              <a:rPr lang="en-US" sz="1800" dirty="0"/>
              <a:t> en </a:t>
            </a:r>
            <a:r>
              <a:rPr lang="en-US" sz="1800" dirty="0" err="1"/>
              <a:t>effectuant</a:t>
            </a:r>
            <a:r>
              <a:rPr lang="en-US" sz="1800" dirty="0"/>
              <a:t> une CRC sur un crystal de </a:t>
            </a:r>
            <a:r>
              <a:rPr lang="en-US" sz="1800" dirty="0" err="1"/>
              <a:t>tungstène</a:t>
            </a:r>
            <a:r>
              <a:rPr lang="en-US" sz="1800" dirty="0"/>
              <a:t> et </a:t>
            </a:r>
            <a:r>
              <a:rPr lang="en-US" sz="1800" dirty="0" err="1"/>
              <a:t>suivre</a:t>
            </a:r>
            <a:r>
              <a:rPr lang="en-US" sz="1800" dirty="0"/>
              <a:t> son </a:t>
            </a:r>
            <a:r>
              <a:rPr lang="en-US" sz="1800" dirty="0" err="1"/>
              <a:t>évolution</a:t>
            </a:r>
            <a:r>
              <a:rPr lang="en-US" sz="1800" dirty="0"/>
              <a:t> au </a:t>
            </a:r>
            <a:r>
              <a:rPr lang="en-US" sz="1800" dirty="0" err="1"/>
              <a:t>cours</a:t>
            </a:r>
            <a:r>
              <a:rPr lang="en-US" sz="1800" dirty="0"/>
              <a:t> du cycle.</a:t>
            </a:r>
          </a:p>
          <a:p>
            <a:r>
              <a:rPr lang="fr-FR" sz="1800" dirty="0"/>
              <a:t>Le changement de </a:t>
            </a:r>
            <a:r>
              <a:rPr lang="en-US" sz="1800" dirty="0" err="1"/>
              <a:t>géométrie</a:t>
            </a:r>
            <a:r>
              <a:rPr lang="en-US" sz="1800" dirty="0"/>
              <a:t> de la structure </a:t>
            </a:r>
            <a:r>
              <a:rPr lang="en-US" sz="1800" dirty="0" err="1"/>
              <a:t>s’accompagne</a:t>
            </a:r>
            <a:r>
              <a:rPr lang="en-US" sz="1800" dirty="0"/>
              <a:t> d’une migration de la distance </a:t>
            </a:r>
            <a:r>
              <a:rPr lang="en-US" sz="1800" dirty="0" err="1"/>
              <a:t>d'équilibre</a:t>
            </a:r>
            <a:r>
              <a:rPr lang="en-US" sz="1800" dirty="0"/>
              <a:t> du </a:t>
            </a:r>
            <a:r>
              <a:rPr lang="en-US" sz="1800" dirty="0" err="1"/>
              <a:t>paramètre</a:t>
            </a:r>
            <a:r>
              <a:rPr lang="en-US" sz="1800" dirty="0"/>
              <a:t> de </a:t>
            </a:r>
            <a:r>
              <a:rPr lang="en-US" sz="1800" dirty="0" err="1"/>
              <a:t>maille</a:t>
            </a:r>
            <a:r>
              <a:rPr lang="en-US" sz="1800" dirty="0"/>
              <a:t> </a:t>
            </a:r>
            <a:r>
              <a:rPr lang="en-US" sz="1800" dirty="0" err="1"/>
              <a:t>vers</a:t>
            </a:r>
            <a:r>
              <a:rPr lang="en-US" sz="1800" dirty="0"/>
              <a:t> le </a:t>
            </a:r>
            <a:r>
              <a:rPr lang="en-US" sz="1800" dirty="0" err="1"/>
              <a:t>paramètre</a:t>
            </a:r>
            <a:r>
              <a:rPr lang="en-US" sz="1800" dirty="0"/>
              <a:t> de la structure </a:t>
            </a:r>
            <a:r>
              <a:rPr lang="en-US" sz="1800" dirty="0" err="1"/>
              <a:t>compacte</a:t>
            </a:r>
            <a:r>
              <a:rPr lang="en-US" sz="1800" dirty="0"/>
              <a:t>.</a:t>
            </a:r>
            <a:endParaRPr lang="fr-FR" sz="1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99DA0A-A248-2162-7AD0-3770DAEB315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407279"/>
              </p:ext>
            </p:extLst>
          </p:nvPr>
        </p:nvGraphicFramePr>
        <p:xfrm>
          <a:off x="5796136" y="1293732"/>
          <a:ext cx="3308175" cy="4856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E4C7E-C823-3268-049C-D4A181C5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79DAA-CD20-3D22-0994-76DC2781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22</a:t>
            </a:fld>
            <a:endParaRPr lang="fr-FR"/>
          </a:p>
        </p:txBody>
      </p:sp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BF1C0EBD-D8F7-E605-7D66-F24189ABD4C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430343"/>
            <a:ext cx="4752528" cy="28069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40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356C77-576E-3C0B-AD91-565B1570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2900" dirty="0"/>
              <a:t>Crystal de </a:t>
            </a:r>
            <a:r>
              <a:rPr lang="en-US" sz="2900" dirty="0" err="1"/>
              <a:t>Tungstène</a:t>
            </a:r>
            <a:r>
              <a:rPr lang="en-US" sz="2900" dirty="0"/>
              <a:t> </a:t>
            </a:r>
            <a:r>
              <a:rPr lang="en-US" sz="2900" dirty="0" err="1"/>
              <a:t>avant</a:t>
            </a:r>
            <a:r>
              <a:rPr lang="en-US" sz="2900" dirty="0"/>
              <a:t> et après </a:t>
            </a:r>
            <a:r>
              <a:rPr lang="en-US" sz="2900" dirty="0" err="1"/>
              <a:t>chauffe</a:t>
            </a:r>
            <a:endParaRPr lang="fr-FR" sz="2900" dirty="0"/>
          </a:p>
        </p:txBody>
      </p:sp>
      <p:pic>
        <p:nvPicPr>
          <p:cNvPr id="3" name="Content Placeholder 2" descr="Tungsten crystal BCC">
            <a:extLst>
              <a:ext uri="{FF2B5EF4-FFF2-40B4-BE49-F238E27FC236}">
                <a16:creationId xmlns:a16="http://schemas.microsoft.com/office/drawing/2014/main" id="{F029B70A-1B90-A831-C744-2D0403C7F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5" t="19557" r="28780" b="19012"/>
          <a:stretch/>
        </p:blipFill>
        <p:spPr>
          <a:xfrm>
            <a:off x="879469" y="1138654"/>
            <a:ext cx="2834640" cy="283464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55DAA-DB87-2766-2212-179D44E9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9F5A4-3CFE-335F-0FBB-A14B4441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10" name="Picture 9" descr="A blue balls in a cube&#10;&#10;AI-generated content may be incorrect.">
            <a:extLst>
              <a:ext uri="{FF2B5EF4-FFF2-40B4-BE49-F238E27FC236}">
                <a16:creationId xmlns:a16="http://schemas.microsoft.com/office/drawing/2014/main" id="{BDAF2B09-251F-E904-FB25-6F2903733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6" t="7987" r="20787" b="12196"/>
          <a:stretch/>
        </p:blipFill>
        <p:spPr>
          <a:xfrm>
            <a:off x="5316963" y="1144564"/>
            <a:ext cx="2849493" cy="2834640"/>
          </a:xfrm>
          <a:prstGeom prst="rect">
            <a:avLst/>
          </a:prstGeom>
        </p:spPr>
      </p:pic>
      <p:pic>
        <p:nvPicPr>
          <p:cNvPr id="11" name="Picture 10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D0E98784-C5EB-959A-5419-7CCE783707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789040"/>
            <a:ext cx="4464496" cy="23904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 descr="A graph of a graph with a line&#10;&#10;Description automatically generated with medium confidence">
            <a:extLst>
              <a:ext uri="{FF2B5EF4-FFF2-40B4-BE49-F238E27FC236}">
                <a16:creationId xmlns:a16="http://schemas.microsoft.com/office/drawing/2014/main" id="{04DF61CA-1181-D436-85CD-BD8CD1D1DC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9" y="3789040"/>
            <a:ext cx="4118228" cy="23904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5196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BE69-34ED-6871-7781-FE273830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 et perspectives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EBBF8E-5AEF-2DE6-2A4B-CA1009880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512" y="1270564"/>
            <a:ext cx="8712968" cy="4855602"/>
          </a:xfrm>
        </p:spPr>
        <p:txBody>
          <a:bodyPr/>
          <a:lstStyle/>
          <a:p>
            <a:pPr algn="just"/>
            <a:r>
              <a:rPr lang="en-US" dirty="0"/>
              <a:t>Les conditions de </a:t>
            </a:r>
            <a:r>
              <a:rPr lang="en-US" dirty="0" err="1"/>
              <a:t>réalisations</a:t>
            </a:r>
            <a:r>
              <a:rPr lang="en-US" dirty="0"/>
              <a:t> des </a:t>
            </a:r>
            <a:r>
              <a:rPr lang="en-US" dirty="0" err="1"/>
              <a:t>résultats</a:t>
            </a:r>
            <a:r>
              <a:rPr lang="en-US" dirty="0"/>
              <a:t> de la </a:t>
            </a:r>
            <a:r>
              <a:rPr lang="en-US" dirty="0" err="1"/>
              <a:t>docteure</a:t>
            </a:r>
            <a:r>
              <a:rPr lang="en-US" dirty="0"/>
              <a:t> </a:t>
            </a:r>
            <a:r>
              <a:rPr lang="en-US" dirty="0" err="1"/>
              <a:t>Allouch</a:t>
            </a:r>
            <a:r>
              <a:rPr lang="en-US" dirty="0"/>
              <a:t> sont </a:t>
            </a:r>
            <a:r>
              <a:rPr lang="en-US" dirty="0" err="1"/>
              <a:t>optimales</a:t>
            </a:r>
            <a:r>
              <a:rPr lang="en-US" dirty="0"/>
              <a:t> : en </a:t>
            </a:r>
            <a:r>
              <a:rPr lang="en-US" dirty="0" err="1"/>
              <a:t>modifiant</a:t>
            </a:r>
            <a:r>
              <a:rPr lang="en-US" dirty="0"/>
              <a:t> une condition, on ne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reproduire</a:t>
            </a:r>
            <a:r>
              <a:rPr lang="en-US" dirty="0"/>
              <a:t> les </a:t>
            </a:r>
            <a:r>
              <a:rPr lang="en-US" dirty="0" err="1"/>
              <a:t>autres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Il </a:t>
            </a:r>
            <a:r>
              <a:rPr lang="en-US" dirty="0" err="1"/>
              <a:t>existe</a:t>
            </a:r>
            <a:r>
              <a:rPr lang="en-US" dirty="0"/>
              <a:t> </a:t>
            </a:r>
            <a:r>
              <a:rPr lang="en-US" dirty="0" err="1"/>
              <a:t>d’autres</a:t>
            </a:r>
            <a:r>
              <a:rPr lang="en-US" dirty="0"/>
              <a:t> conditions </a:t>
            </a:r>
            <a:r>
              <a:rPr lang="en-US" dirty="0" err="1"/>
              <a:t>permettant</a:t>
            </a:r>
            <a:r>
              <a:rPr lang="en-US" dirty="0"/>
              <a:t> </a:t>
            </a:r>
            <a:r>
              <a:rPr lang="en-US" dirty="0" err="1"/>
              <a:t>d’approcher</a:t>
            </a:r>
            <a:r>
              <a:rPr lang="en-US" dirty="0"/>
              <a:t>/ </a:t>
            </a:r>
            <a:r>
              <a:rPr lang="en-US" dirty="0" err="1"/>
              <a:t>reproduire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résultats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Les conditions en milieu plasma sont incompatibles à la recrystallisation du </a:t>
            </a:r>
            <a:r>
              <a:rPr lang="en-US" dirty="0" err="1"/>
              <a:t>tungstène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Il </a:t>
            </a:r>
            <a:r>
              <a:rPr lang="en-US" dirty="0" err="1"/>
              <a:t>existe</a:t>
            </a:r>
            <a:r>
              <a:rPr lang="en-US" dirty="0"/>
              <a:t> des </a:t>
            </a:r>
            <a:r>
              <a:rPr lang="en-US" dirty="0" err="1"/>
              <a:t>différences</a:t>
            </a:r>
            <a:r>
              <a:rPr lang="en-US" dirty="0"/>
              <a:t> </a:t>
            </a:r>
            <a:r>
              <a:rPr lang="en-US" dirty="0" err="1"/>
              <a:t>fondamentales</a:t>
            </a:r>
            <a:r>
              <a:rPr lang="en-US" dirty="0"/>
              <a:t> entre un </a:t>
            </a:r>
            <a:r>
              <a:rPr lang="en-US" dirty="0" err="1"/>
              <a:t>métal</a:t>
            </a:r>
            <a:r>
              <a:rPr lang="en-US" dirty="0"/>
              <a:t> et un non-</a:t>
            </a:r>
            <a:r>
              <a:rPr lang="en-US" dirty="0" err="1"/>
              <a:t>métal</a:t>
            </a:r>
            <a:r>
              <a:rPr lang="en-US" dirty="0"/>
              <a:t> (types de liaisons </a:t>
            </a:r>
            <a:r>
              <a:rPr lang="en-US" dirty="0" err="1"/>
              <a:t>formées</a:t>
            </a:r>
            <a:r>
              <a:rPr lang="en-US" dirty="0"/>
              <a:t>, structures,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pPr marL="0" indent="0" algn="just">
              <a:buNone/>
            </a:pP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FCA02-9B46-7866-3FB1-63324D5B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Présentation</a:t>
            </a:r>
            <a:r>
              <a:rPr lang="en-US" dirty="0"/>
              <a:t> HSS, le 29 Mars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5261-CCE3-4F4E-339D-EE5DCFE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9711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0B5E82E-1E4B-4782-6C42-733E04D16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Remerciements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45B9229-CBEC-B5E6-913D-9788851BE8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Mes</a:t>
            </a:r>
            <a:r>
              <a:rPr lang="en-US" sz="2400" dirty="0"/>
              <a:t> </a:t>
            </a:r>
            <a:r>
              <a:rPr lang="en-US" sz="2400" dirty="0" err="1"/>
              <a:t>remerciements</a:t>
            </a:r>
            <a:r>
              <a:rPr lang="en-US" sz="2400" dirty="0"/>
              <a:t> </a:t>
            </a:r>
            <a:r>
              <a:rPr lang="en-US" sz="2400" dirty="0" err="1"/>
              <a:t>vont</a:t>
            </a:r>
            <a:r>
              <a:rPr lang="en-US" sz="2400" dirty="0"/>
              <a:t> </a:t>
            </a:r>
            <a:r>
              <a:rPr lang="en-US" sz="2400" dirty="0" err="1"/>
              <a:t>premièrement</a:t>
            </a:r>
            <a:r>
              <a:rPr lang="en-US" sz="2400" dirty="0"/>
              <a:t> à </a:t>
            </a:r>
            <a:r>
              <a:rPr lang="en-US" sz="2400" dirty="0" err="1"/>
              <a:t>Mr</a:t>
            </a:r>
            <a:r>
              <a:rPr lang="en-US" sz="2400" dirty="0"/>
              <a:t> </a:t>
            </a:r>
            <a:r>
              <a:rPr lang="en-US" sz="2400" dirty="0" err="1"/>
              <a:t>Mougenot</a:t>
            </a:r>
            <a:r>
              <a:rPr lang="en-US" sz="2400" dirty="0"/>
              <a:t> Jonathan, </a:t>
            </a:r>
            <a:r>
              <a:rPr lang="en-US" sz="2400" dirty="0" err="1"/>
              <a:t>mon</a:t>
            </a:r>
            <a:r>
              <a:rPr lang="en-US" sz="2400" dirty="0"/>
              <a:t> </a:t>
            </a:r>
            <a:r>
              <a:rPr lang="en-US" sz="2400" dirty="0" err="1"/>
              <a:t>tuteur</a:t>
            </a:r>
            <a:r>
              <a:rPr lang="en-US" sz="2400" dirty="0"/>
              <a:t> de stage, à la </a:t>
            </a:r>
            <a:r>
              <a:rPr lang="en-US" sz="2400" dirty="0" err="1"/>
              <a:t>docteure</a:t>
            </a:r>
            <a:r>
              <a:rPr lang="en-US" sz="2400" dirty="0"/>
              <a:t> Amal </a:t>
            </a:r>
            <a:r>
              <a:rPr lang="en-US" sz="2400" dirty="0" err="1"/>
              <a:t>Allouch</a:t>
            </a:r>
            <a:r>
              <a:rPr lang="en-US" sz="2400" dirty="0"/>
              <a:t>, à </a:t>
            </a:r>
            <a:r>
              <a:rPr lang="en-US" sz="2400" dirty="0" err="1"/>
              <a:t>l’ensemble</a:t>
            </a:r>
            <a:r>
              <a:rPr lang="en-US" sz="2400" dirty="0"/>
              <a:t> des </a:t>
            </a:r>
            <a:r>
              <a:rPr lang="en-US" sz="2400" dirty="0" err="1"/>
              <a:t>chercheurs</a:t>
            </a:r>
            <a:r>
              <a:rPr lang="en-US" sz="2400" dirty="0"/>
              <a:t> du LSPM et à Madame </a:t>
            </a:r>
            <a:r>
              <a:rPr lang="en-US" sz="2400" dirty="0" err="1"/>
              <a:t>Kenza</a:t>
            </a:r>
            <a:r>
              <a:rPr lang="en-US" sz="2400" dirty="0"/>
              <a:t> OUIDIR.</a:t>
            </a:r>
            <a:endParaRPr lang="fr-FR" sz="2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437992-D510-1B2A-0AA5-022FD190D6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7409-5561-8BBB-28C9-503DD048D5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1735093" y="6453336"/>
            <a:ext cx="540067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3104A-73D7-C577-2A19-24B31255A3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26450" y="6343650"/>
            <a:ext cx="717550" cy="377825"/>
          </a:xfrm>
        </p:spPr>
        <p:txBody>
          <a:bodyPr/>
          <a:lstStyle/>
          <a:p>
            <a:fld id="{BCB85A95-E1CC-4DC7-938C-5BF234670505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17" name="Picture Placeholder 16" descr="A blue and white logo">
            <a:extLst>
              <a:ext uri="{FF2B5EF4-FFF2-40B4-BE49-F238E27FC236}">
                <a16:creationId xmlns:a16="http://schemas.microsoft.com/office/drawing/2014/main" id="{B2D8D5F7-ADC8-7314-A8CC-D93B06AF640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" b="14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87115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467544" y="1268760"/>
            <a:ext cx="8280920" cy="1440160"/>
          </a:xfrm>
        </p:spPr>
        <p:txBody>
          <a:bodyPr anchor="ctr" anchorCtr="0">
            <a:normAutofit/>
          </a:bodyPr>
          <a:lstStyle/>
          <a:p>
            <a:pPr algn="ctr"/>
            <a:r>
              <a:rPr lang="fr-FR" sz="4000" dirty="0"/>
              <a:t>Merci de votre attention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fr-FR" dirty="0"/>
              <a:t>LSPM - CNRS</a:t>
            </a:r>
          </a:p>
          <a:p>
            <a:pPr algn="l"/>
            <a:r>
              <a:rPr lang="fr-FR" dirty="0"/>
              <a:t>Université Sorbonne Paris Nord</a:t>
            </a:r>
          </a:p>
          <a:p>
            <a:pPr algn="l"/>
            <a:r>
              <a:rPr lang="fr-FR" dirty="0"/>
              <a:t>99 Av J. B Clément </a:t>
            </a:r>
          </a:p>
          <a:p>
            <a:pPr algn="l"/>
            <a:r>
              <a:rPr lang="fr-FR" dirty="0"/>
              <a:t>93430 Villetaneuse</a:t>
            </a:r>
          </a:p>
          <a:p>
            <a:pPr algn="l"/>
            <a:r>
              <a:rPr lang="fr-FR" dirty="0"/>
              <a:t>France</a:t>
            </a:r>
          </a:p>
          <a:p>
            <a:pPr algn="l"/>
            <a:endParaRPr lang="fr-FR" dirty="0"/>
          </a:p>
          <a:p>
            <a:pPr algn="l"/>
            <a:r>
              <a:rPr lang="fr-FR" b="1" dirty="0">
                <a:solidFill>
                  <a:schemeClr val="tx2"/>
                </a:solidFill>
              </a:rPr>
              <a:t>www.lspm.cnrs.fr</a:t>
            </a:r>
          </a:p>
          <a:p>
            <a:pPr algn="l">
              <a:tabLst>
                <a:tab pos="449263" algn="l"/>
              </a:tabLst>
            </a:pPr>
            <a:endParaRPr lang="fr-FR" dirty="0"/>
          </a:p>
          <a:p>
            <a:pPr algn="l">
              <a:tabLst>
                <a:tab pos="449263" algn="l"/>
              </a:tabLst>
            </a:pPr>
            <a:r>
              <a:rPr lang="fr-FR" dirty="0"/>
              <a:t>Fax: 	+33 1 49 40 34 14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 cstate="print"/>
          <a:srcRect l="33478" t="20297" r="23354" b="62968"/>
          <a:stretch>
            <a:fillRect/>
          </a:stretch>
        </p:blipFill>
        <p:spPr bwMode="auto">
          <a:xfrm>
            <a:off x="3131840" y="3788197"/>
            <a:ext cx="5616004" cy="122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37229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54705-CC59-97C9-A010-CB1B94E5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Influence de la taille de la </a:t>
            </a:r>
            <a:r>
              <a:rPr lang="en-US" sz="2800" dirty="0" err="1"/>
              <a:t>boîte</a:t>
            </a:r>
            <a:r>
              <a:rPr lang="en-US" sz="2800" dirty="0"/>
              <a:t> de simulation</a:t>
            </a:r>
            <a:endParaRPr lang="fr-FR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07671-ECE8-602A-AF20-DCDFBAB6F9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Distribution </a:t>
            </a:r>
            <a:r>
              <a:rPr lang="en-US" sz="2400" dirty="0" err="1"/>
              <a:t>initiale</a:t>
            </a:r>
            <a:r>
              <a:rPr lang="en-US" sz="2400" dirty="0"/>
              <a:t> dans une </a:t>
            </a:r>
            <a:r>
              <a:rPr lang="en-US" sz="2400" dirty="0" err="1"/>
              <a:t>boîte</a:t>
            </a:r>
            <a:r>
              <a:rPr lang="en-US" sz="2400" dirty="0"/>
              <a:t> de 100 Angstroms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2EDA09-E9C8-7F25-3457-D941CA6278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Distribution </a:t>
            </a:r>
            <a:r>
              <a:rPr lang="en-US" sz="2400" dirty="0" err="1"/>
              <a:t>initiale</a:t>
            </a:r>
            <a:r>
              <a:rPr lang="en-US" sz="2400" dirty="0"/>
              <a:t> dans une </a:t>
            </a:r>
            <a:r>
              <a:rPr lang="en-US" sz="2400" dirty="0" err="1"/>
              <a:t>boite</a:t>
            </a:r>
            <a:r>
              <a:rPr lang="en-US" sz="2400" dirty="0"/>
              <a:t> de 50 Angstroms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16910-3054-C635-6E8D-6FF9260B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A306D-58E4-CC98-D937-316FE086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27</a:t>
            </a:fld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292BD5-121A-F48E-5897-283A8951D5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8" t="17372" r="21770" b="8595"/>
          <a:stretch/>
        </p:blipFill>
        <p:spPr>
          <a:xfrm>
            <a:off x="323528" y="2348880"/>
            <a:ext cx="3672408" cy="3384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9866C-4588-033B-BD05-974FFE9F7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7" t="15346" r="22828" b="10621"/>
          <a:stretch/>
        </p:blipFill>
        <p:spPr>
          <a:xfrm>
            <a:off x="4816230" y="2379587"/>
            <a:ext cx="3384377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19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D83E-7016-F97A-F3EC-A1A6D620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Influence du </a:t>
            </a:r>
            <a:r>
              <a:rPr lang="en-US" sz="3600" i="1" dirty="0"/>
              <a:t>seed</a:t>
            </a:r>
            <a:endParaRPr lang="fr-FR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83E22-0239-E8CF-C0A9-9A724D8F9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1270563"/>
            <a:ext cx="3888432" cy="4855603"/>
          </a:xfrm>
        </p:spPr>
        <p:txBody>
          <a:bodyPr/>
          <a:lstStyle/>
          <a:p>
            <a:r>
              <a:rPr lang="en-US" sz="2600" dirty="0"/>
              <a:t>Le </a:t>
            </a:r>
            <a:r>
              <a:rPr lang="en-US" sz="2600" i="1" dirty="0"/>
              <a:t>seed</a:t>
            </a:r>
            <a:r>
              <a:rPr lang="en-US" sz="2600" dirty="0"/>
              <a:t> est un échantillon </a:t>
            </a:r>
            <a:r>
              <a:rPr lang="en-US" sz="2600" dirty="0" err="1"/>
              <a:t>statistique</a:t>
            </a:r>
            <a:r>
              <a:rPr lang="en-US" sz="2600" dirty="0"/>
              <a:t> de 6 digits</a:t>
            </a:r>
          </a:p>
          <a:p>
            <a:r>
              <a:rPr lang="en-US" sz="2600" dirty="0"/>
              <a:t>Permet </a:t>
            </a:r>
            <a:r>
              <a:rPr lang="en-US" sz="2600" dirty="0" err="1"/>
              <a:t>d'aléatoiriser</a:t>
            </a:r>
            <a:r>
              <a:rPr lang="en-US" sz="2600" dirty="0"/>
              <a:t> un processus</a:t>
            </a:r>
          </a:p>
          <a:p>
            <a:r>
              <a:rPr lang="fr-FR" sz="2600" dirty="0"/>
              <a:t>On cherche un </a:t>
            </a:r>
            <a:r>
              <a:rPr lang="fr-FR" sz="2600" i="1" dirty="0" err="1"/>
              <a:t>seed</a:t>
            </a:r>
            <a:r>
              <a:rPr lang="fr-FR" sz="2600" i="1" dirty="0"/>
              <a:t> </a:t>
            </a:r>
            <a:r>
              <a:rPr lang="fr-FR" sz="2600" dirty="0"/>
              <a:t>parmi 1 million de combinaison possible</a:t>
            </a:r>
          </a:p>
          <a:p>
            <a:r>
              <a:rPr lang="fr-FR" sz="2600" dirty="0"/>
              <a:t>On peut </a:t>
            </a:r>
            <a:r>
              <a:rPr lang="en-US" sz="2600" dirty="0" err="1"/>
              <a:t>réduire</a:t>
            </a:r>
            <a:r>
              <a:rPr lang="en-US" sz="2600" dirty="0"/>
              <a:t> le volume de disposition </a:t>
            </a:r>
            <a:r>
              <a:rPr lang="en-US" sz="2600" dirty="0" err="1"/>
              <a:t>initiale</a:t>
            </a:r>
            <a:endParaRPr lang="fr-FR" sz="2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D4816-4A0C-7EF7-E68F-2686C0F23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9952" y="1270564"/>
            <a:ext cx="4752528" cy="2374460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1B6B2-74EE-3D0C-34A6-C3D68993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fr-FR" dirty="0"/>
              <a:t>Soutenance de stage, LSPM, le 4 juillet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00B0A-6F29-0F33-8947-4E63F05A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85A95-E1CC-4DC7-938C-5BF234670505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436756"/>
      </p:ext>
    </p:extLst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Personnalisé 3">
      <a:majorFont>
        <a:latin typeface="Bookman Old Style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122306</TotalTime>
  <Words>1629</Words>
  <Application>Microsoft Office PowerPoint</Application>
  <PresentationFormat>On-screen Show (4:3)</PresentationFormat>
  <Paragraphs>325</Paragraphs>
  <Slides>28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Bookman Old Style</vt:lpstr>
      <vt:lpstr>Calibri</vt:lpstr>
      <vt:lpstr>Cambria Math</vt:lpstr>
      <vt:lpstr>Garamond</vt:lpstr>
      <vt:lpstr>Georgia</vt:lpstr>
      <vt:lpstr>Times New Roman</vt:lpstr>
      <vt:lpstr>Conception personnalisée</vt:lpstr>
      <vt:lpstr>Étude des structures et de la cinétique de croissance d’édifices atomiques par dynamique moléculaire classique</vt:lpstr>
      <vt:lpstr>Contexte</vt:lpstr>
      <vt:lpstr>Objectifs du stage</vt:lpstr>
      <vt:lpstr>Plan de la soutenance</vt:lpstr>
      <vt:lpstr>Dynamique Moléculaire classique</vt:lpstr>
      <vt:lpstr>Interactions atomiques et termes du potentiel</vt:lpstr>
      <vt:lpstr>Condensation et Recuit Combinés (CRC)</vt:lpstr>
      <vt:lpstr>Logiciels utilisés </vt:lpstr>
      <vt:lpstr>Structure d’un script LAMMPS</vt:lpstr>
      <vt:lpstr>Paramètres des calculs de la docteure Allouch</vt:lpstr>
      <vt:lpstr>Clusters de carbone les plus stables</vt:lpstr>
      <vt:lpstr>Paramètres réadaptés</vt:lpstr>
      <vt:lpstr>Résultats</vt:lpstr>
      <vt:lpstr>Résultats</vt:lpstr>
      <vt:lpstr>Différence au niveau des potentiels rebo et airebo</vt:lpstr>
      <vt:lpstr>Comparaison REBO/AIREBO</vt:lpstr>
      <vt:lpstr>Influence du temps de calcul/durée du cycle CRC</vt:lpstr>
      <vt:lpstr>Agrégat de Tungstène </vt:lpstr>
      <vt:lpstr>Comparaison liaison covalente/liaison métallique </vt:lpstr>
      <vt:lpstr>Agrégat de Tungstène et CRC</vt:lpstr>
      <vt:lpstr>Structure crystalline du Tungstène</vt:lpstr>
      <vt:lpstr>Crystal de Tungstène et CRC</vt:lpstr>
      <vt:lpstr>Crystal de Tungstène avant et après chauffe</vt:lpstr>
      <vt:lpstr>Conclusion et perspectives</vt:lpstr>
      <vt:lpstr>Remerciements</vt:lpstr>
      <vt:lpstr>Merci de votre attention</vt:lpstr>
      <vt:lpstr>Influence de la taille de la boîte de simulation</vt:lpstr>
      <vt:lpstr>Influence du seed</vt:lpstr>
    </vt:vector>
  </TitlesOfParts>
  <Company>SUT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Cellule COM</dc:creator>
  <cp:lastModifiedBy>Assann Dede</cp:lastModifiedBy>
  <cp:revision>331</cp:revision>
  <cp:lastPrinted>2013-05-06T12:00:57Z</cp:lastPrinted>
  <dcterms:created xsi:type="dcterms:W3CDTF">2011-05-04T11:21:16Z</dcterms:created>
  <dcterms:modified xsi:type="dcterms:W3CDTF">2025-03-30T19:49:29Z</dcterms:modified>
</cp:coreProperties>
</file>