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3" r:id="rId1"/>
  </p:sldMasterIdLst>
  <p:notesMasterIdLst>
    <p:notesMasterId r:id="rId5"/>
  </p:notesMasterIdLst>
  <p:handoutMasterIdLst>
    <p:handoutMasterId r:id="rId6"/>
  </p:handoutMasterIdLst>
  <p:sldIdLst>
    <p:sldId id="256" r:id="rId2"/>
    <p:sldId id="257" r:id="rId3"/>
    <p:sldId id="259" r:id="rId4"/>
  </p:sldIdLst>
  <p:sldSz cx="9144000" cy="6858000" type="screen4x3"/>
  <p:notesSz cx="6781800" cy="9926638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4C3EC"/>
    <a:srgbClr val="81C4EE"/>
    <a:srgbClr val="83C4EC"/>
    <a:srgbClr val="5D8BB4"/>
    <a:srgbClr val="6798BF"/>
    <a:srgbClr val="3F6388"/>
    <a:srgbClr val="82C3EB"/>
    <a:srgbClr val="82C2EA"/>
    <a:srgbClr val="567CA3"/>
    <a:srgbClr val="4063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97" autoAdjust="0"/>
    <p:restoredTop sz="94027" autoAdjust="0"/>
  </p:normalViewPr>
  <p:slideViewPr>
    <p:cSldViewPr>
      <p:cViewPr>
        <p:scale>
          <a:sx n="125" d="100"/>
          <a:sy n="125" d="100"/>
        </p:scale>
        <p:origin x="-2190" y="-45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38780" cy="496332"/>
          </a:xfrm>
          <a:prstGeom prst="rect">
            <a:avLst/>
          </a:prstGeom>
        </p:spPr>
        <p:txBody>
          <a:bodyPr vert="horz" lIns="91436" tIns="45718" rIns="91436" bIns="45718" rtlCol="0"/>
          <a:lstStyle>
            <a:lvl1pPr algn="l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41451" y="1"/>
            <a:ext cx="2938780" cy="496332"/>
          </a:xfrm>
          <a:prstGeom prst="rect">
            <a:avLst/>
          </a:prstGeom>
        </p:spPr>
        <p:txBody>
          <a:bodyPr vert="horz" lIns="91436" tIns="45718" rIns="91436" bIns="45718" rtlCol="0"/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79E228B1-460D-4AE4-B993-04CF758C8414}" type="datetimeFigureOut">
              <a:rPr lang="en-GB"/>
              <a:pPr>
                <a:defRPr/>
              </a:pPr>
              <a:t>19/11/2020</a:t>
            </a:fld>
            <a:endParaRPr lang="en-GB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38780" cy="496332"/>
          </a:xfrm>
          <a:prstGeom prst="rect">
            <a:avLst/>
          </a:prstGeom>
        </p:spPr>
        <p:txBody>
          <a:bodyPr vert="horz" lIns="91436" tIns="45718" rIns="91436" bIns="45718" rtlCol="0" anchor="b"/>
          <a:lstStyle>
            <a:lvl1pPr algn="l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41451" y="9428584"/>
            <a:ext cx="2938780" cy="496332"/>
          </a:xfrm>
          <a:prstGeom prst="rect">
            <a:avLst/>
          </a:prstGeom>
        </p:spPr>
        <p:txBody>
          <a:bodyPr vert="horz" lIns="91436" tIns="45718" rIns="91436" bIns="45718" rtlCol="0" anchor="b"/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1959A12A-1EBB-4019-8256-B924663AEDB1}" type="slidenum">
              <a:rPr lang="en-GB"/>
              <a:pPr>
                <a:defRPr/>
              </a:pPr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811393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38780" cy="496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6" tIns="45718" rIns="91436" bIns="45718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41451" y="1"/>
            <a:ext cx="2938780" cy="496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6" tIns="45718" rIns="91436" bIns="45718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25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09638" y="744538"/>
            <a:ext cx="4962525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946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8180" y="4715154"/>
            <a:ext cx="5425440" cy="4466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6" tIns="45718" rIns="91436" bIns="4571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smtClean="0"/>
              <a:t>Cliquez pour modifier les styles du texte du masque</a:t>
            </a:r>
          </a:p>
          <a:p>
            <a:pPr lvl="1"/>
            <a:r>
              <a:rPr lang="en-US" noProof="0" smtClean="0"/>
              <a:t>Deuxième niveau</a:t>
            </a:r>
          </a:p>
          <a:p>
            <a:pPr lvl="2"/>
            <a:r>
              <a:rPr lang="en-US" noProof="0" smtClean="0"/>
              <a:t>Troisième niveau</a:t>
            </a:r>
          </a:p>
          <a:p>
            <a:pPr lvl="3"/>
            <a:r>
              <a:rPr lang="en-US" noProof="0" smtClean="0"/>
              <a:t>Quatrième niveau</a:t>
            </a:r>
          </a:p>
          <a:p>
            <a:pPr lvl="4"/>
            <a:r>
              <a:rPr lang="en-US" noProof="0" smtClean="0"/>
              <a:t>Cinquième niveau</a:t>
            </a:r>
          </a:p>
        </p:txBody>
      </p:sp>
      <p:sp>
        <p:nvSpPr>
          <p:cNvPr id="1946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8584"/>
            <a:ext cx="2938780" cy="496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6" tIns="45718" rIns="91436" bIns="45718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46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1451" y="9428584"/>
            <a:ext cx="2938780" cy="496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6" tIns="45718" rIns="91436" bIns="45718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5FE9FE9C-03FC-4B29-9A62-0E5C9AD44AFA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18987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467544" y="1268761"/>
            <a:ext cx="8280920" cy="1440160"/>
          </a:xfrm>
        </p:spPr>
        <p:txBody>
          <a:bodyPr anchor="ctr" anchorCtr="0">
            <a:normAutofit/>
          </a:bodyPr>
          <a:lstStyle/>
          <a:p>
            <a:r>
              <a:rPr lang="fr-FR" dirty="0" smtClean="0"/>
              <a:t>Modifiez le style du titre</a:t>
            </a:r>
            <a:endParaRPr lang="en-GB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 hasCustomPrompt="1"/>
          </p:nvPr>
        </p:nvSpPr>
        <p:spPr>
          <a:xfrm>
            <a:off x="395536" y="3123819"/>
            <a:ext cx="5544616" cy="2681445"/>
          </a:xfrm>
        </p:spPr>
        <p:txBody>
          <a:bodyPr>
            <a:normAutofit/>
          </a:bodyPr>
          <a:lstStyle>
            <a:lvl1pPr marL="0" marR="0" indent="0" algn="ctr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 smtClean="0"/>
              <a:t>Modifiez le style des sous-titres du masque</a:t>
            </a:r>
          </a:p>
        </p:txBody>
      </p:sp>
      <p:sp>
        <p:nvSpPr>
          <p:cNvPr id="7" name="Rectangle 21"/>
          <p:cNvSpPr>
            <a:spLocks noChangeArrowheads="1"/>
          </p:cNvSpPr>
          <p:nvPr userDrawn="1"/>
        </p:nvSpPr>
        <p:spPr bwMode="auto">
          <a:xfrm>
            <a:off x="3851275" y="115888"/>
            <a:ext cx="1194558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fr-FR" sz="2800" b="1" dirty="0">
                <a:solidFill>
                  <a:schemeClr val="bg1"/>
                </a:solidFill>
                <a:latin typeface="Georgia" pitchFamily="18" charset="0"/>
              </a:rPr>
              <a:t>Texte</a:t>
            </a:r>
          </a:p>
        </p:txBody>
      </p:sp>
      <p:pic>
        <p:nvPicPr>
          <p:cNvPr id="8" name="Picture 490" descr="LOGO_LSPM_CMJN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7638" y="177364"/>
            <a:ext cx="1133475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17" descr="C:\Documents and Settings\kamel Baba\Bureau\logo_cnrs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049" y="137900"/>
            <a:ext cx="720725" cy="71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2" descr="https://galilee.univ-paris13.fr/wp-content/uploads/logo-Institut-Galilee-UP13.jp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2592" y="156741"/>
            <a:ext cx="1686080" cy="696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Espace réservé du texte 22"/>
          <p:cNvSpPr>
            <a:spLocks noGrp="1"/>
          </p:cNvSpPr>
          <p:nvPr>
            <p:ph type="body" sz="quarter" idx="10"/>
          </p:nvPr>
        </p:nvSpPr>
        <p:spPr>
          <a:xfrm>
            <a:off x="395536" y="5950099"/>
            <a:ext cx="8352928" cy="50323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 smtClean="0"/>
              <a:t>Modifier les styles du texte du masque</a:t>
            </a:r>
          </a:p>
        </p:txBody>
      </p:sp>
      <p:sp>
        <p:nvSpPr>
          <p:cNvPr id="24" name="Forme en L 23"/>
          <p:cNvSpPr/>
          <p:nvPr userDrawn="1"/>
        </p:nvSpPr>
        <p:spPr>
          <a:xfrm>
            <a:off x="225959" y="1667032"/>
            <a:ext cx="8522505" cy="1248087"/>
          </a:xfrm>
          <a:prstGeom prst="corner">
            <a:avLst>
              <a:gd name="adj1" fmla="val 12375"/>
              <a:gd name="adj2" fmla="val 14726"/>
            </a:avLst>
          </a:prstGeom>
          <a:gradFill flip="none" rotWithShape="1">
            <a:gsLst>
              <a:gs pos="0">
                <a:srgbClr val="01203F"/>
              </a:gs>
              <a:gs pos="23000">
                <a:srgbClr val="567CA3"/>
              </a:gs>
              <a:gs pos="100000">
                <a:srgbClr val="83C4EC"/>
              </a:gs>
            </a:gsLst>
            <a:lin ang="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Espace réservé pour une image  13"/>
          <p:cNvSpPr>
            <a:spLocks noGrp="1"/>
          </p:cNvSpPr>
          <p:nvPr>
            <p:ph type="pic" sz="quarter" idx="11"/>
          </p:nvPr>
        </p:nvSpPr>
        <p:spPr>
          <a:xfrm>
            <a:off x="6048464" y="3105264"/>
            <a:ext cx="2700000" cy="2700000"/>
          </a:xfrm>
          <a:prstGeom prst="ellipse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>
              <a:defRPr sz="1600"/>
            </a:lvl1pPr>
          </a:lstStyle>
          <a:p>
            <a:endParaRPr lang="fr-FR"/>
          </a:p>
        </p:txBody>
      </p:sp>
      <p:pic>
        <p:nvPicPr>
          <p:cNvPr id="1027" name="Picture 3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8864" y="180420"/>
            <a:ext cx="1657474" cy="7176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0316137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3528" y="188640"/>
            <a:ext cx="8566720" cy="792088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 dirty="0" smtClean="0"/>
              <a:t>Modifiez le style du titre</a:t>
            </a:r>
            <a:endParaRPr lang="en-GB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51520" y="1269908"/>
            <a:ext cx="8640960" cy="4856257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GB"/>
          </a:p>
        </p:txBody>
      </p:sp>
      <p:sp>
        <p:nvSpPr>
          <p:cNvPr id="11" name="Forme en L 10"/>
          <p:cNvSpPr/>
          <p:nvPr userDrawn="1"/>
        </p:nvSpPr>
        <p:spPr>
          <a:xfrm>
            <a:off x="179512" y="508001"/>
            <a:ext cx="8710736" cy="616743"/>
          </a:xfrm>
          <a:prstGeom prst="corner">
            <a:avLst>
              <a:gd name="adj1" fmla="val 12375"/>
              <a:gd name="adj2" fmla="val 14726"/>
            </a:avLst>
          </a:prstGeom>
          <a:gradFill flip="none" rotWithShape="1">
            <a:gsLst>
              <a:gs pos="0">
                <a:srgbClr val="01203F"/>
              </a:gs>
              <a:gs pos="23000">
                <a:srgbClr val="567CA3"/>
              </a:gs>
              <a:gs pos="100000">
                <a:srgbClr val="83C4EC"/>
              </a:gs>
            </a:gsLst>
            <a:lin ang="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Espace réservé du pied de page 26"/>
          <p:cNvSpPr>
            <a:spLocks noGrp="1"/>
          </p:cNvSpPr>
          <p:nvPr>
            <p:ph type="ftr" sz="quarter" idx="11"/>
          </p:nvPr>
        </p:nvSpPr>
        <p:spPr>
          <a:xfrm>
            <a:off x="2627784" y="6356350"/>
            <a:ext cx="5400600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fr-FR" dirty="0" smtClean="0"/>
              <a:t>CONFERENCE - Ville, Pays - Date</a:t>
            </a:r>
            <a:endParaRPr lang="fr-FR" dirty="0"/>
          </a:p>
        </p:txBody>
      </p:sp>
      <p:sp>
        <p:nvSpPr>
          <p:cNvPr id="28" name="Espace réservé du numéro de diapositive 27"/>
          <p:cNvSpPr>
            <a:spLocks noGrp="1"/>
          </p:cNvSpPr>
          <p:nvPr>
            <p:ph type="sldNum" sz="quarter" idx="12"/>
          </p:nvPr>
        </p:nvSpPr>
        <p:spPr>
          <a:xfrm>
            <a:off x="8172400" y="6343334"/>
            <a:ext cx="717848" cy="378141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</a:lstStyle>
          <a:p>
            <a:fld id="{BCB85A95-E1CC-4DC7-938C-5BF234670505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9" name="Forme en L 28"/>
          <p:cNvSpPr/>
          <p:nvPr userDrawn="1"/>
        </p:nvSpPr>
        <p:spPr>
          <a:xfrm flipH="1" flipV="1">
            <a:off x="251520" y="6271326"/>
            <a:ext cx="8712968" cy="473395"/>
          </a:xfrm>
          <a:prstGeom prst="corner">
            <a:avLst>
              <a:gd name="adj1" fmla="val 12375"/>
              <a:gd name="adj2" fmla="val 14726"/>
            </a:avLst>
          </a:prstGeom>
          <a:gradFill flip="none" rotWithShape="1">
            <a:gsLst>
              <a:gs pos="0">
                <a:srgbClr val="3F6388"/>
              </a:gs>
              <a:gs pos="23000">
                <a:srgbClr val="6798BF"/>
              </a:gs>
              <a:gs pos="100000">
                <a:srgbClr val="83C4EC"/>
              </a:gs>
            </a:gsLst>
            <a:lin ang="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490" descr="LOGO_LSPM_CMJN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6381328"/>
            <a:ext cx="597149" cy="379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17" descr="C:\Documents and Settings\kamel Baba\Bureau\logo_cnrs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6373451"/>
            <a:ext cx="379700" cy="3771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6386883"/>
            <a:ext cx="864096" cy="3741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4997315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3528" y="188640"/>
            <a:ext cx="8568952" cy="792088"/>
          </a:xfrm>
        </p:spPr>
        <p:txBody>
          <a:bodyPr/>
          <a:lstStyle/>
          <a:p>
            <a:r>
              <a:rPr lang="fr-FR" dirty="0" smtClean="0"/>
              <a:t>Modifiez le style du titre</a:t>
            </a:r>
            <a:endParaRPr lang="en-GB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51520" y="1270563"/>
            <a:ext cx="4244280" cy="485560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Modifiez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GB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270564"/>
            <a:ext cx="4244280" cy="485560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GB"/>
          </a:p>
        </p:txBody>
      </p:sp>
      <p:sp>
        <p:nvSpPr>
          <p:cNvPr id="14" name="Forme en L 13"/>
          <p:cNvSpPr/>
          <p:nvPr userDrawn="1"/>
        </p:nvSpPr>
        <p:spPr>
          <a:xfrm>
            <a:off x="179512" y="508001"/>
            <a:ext cx="8710736" cy="616743"/>
          </a:xfrm>
          <a:prstGeom prst="corner">
            <a:avLst>
              <a:gd name="adj1" fmla="val 12375"/>
              <a:gd name="adj2" fmla="val 14726"/>
            </a:avLst>
          </a:prstGeom>
          <a:gradFill flip="none" rotWithShape="1">
            <a:gsLst>
              <a:gs pos="0">
                <a:srgbClr val="01203F"/>
              </a:gs>
              <a:gs pos="23000">
                <a:srgbClr val="567CA3"/>
              </a:gs>
              <a:gs pos="100000">
                <a:srgbClr val="83C4EC"/>
              </a:gs>
            </a:gsLst>
            <a:lin ang="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space réservé du pied de page 16"/>
          <p:cNvSpPr>
            <a:spLocks noGrp="1"/>
          </p:cNvSpPr>
          <p:nvPr>
            <p:ph type="ftr" sz="quarter" idx="11"/>
          </p:nvPr>
        </p:nvSpPr>
        <p:spPr>
          <a:xfrm>
            <a:off x="2627784" y="6356350"/>
            <a:ext cx="5400600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fr-FR" dirty="0" smtClean="0"/>
              <a:t>CONFERENCE - Ville, Pays - Date</a:t>
            </a:r>
            <a:endParaRPr lang="fr-FR" dirty="0"/>
          </a:p>
        </p:txBody>
      </p:sp>
      <p:sp>
        <p:nvSpPr>
          <p:cNvPr id="18" name="Espace réservé du numéro de diapositive 17"/>
          <p:cNvSpPr>
            <a:spLocks noGrp="1"/>
          </p:cNvSpPr>
          <p:nvPr>
            <p:ph type="sldNum" sz="quarter" idx="12"/>
          </p:nvPr>
        </p:nvSpPr>
        <p:spPr>
          <a:xfrm>
            <a:off x="8172400" y="6356350"/>
            <a:ext cx="717848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</a:lstStyle>
          <a:p>
            <a:fld id="{BCB85A95-E1CC-4DC7-938C-5BF234670505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9" name="Forme en L 18"/>
          <p:cNvSpPr/>
          <p:nvPr userDrawn="1"/>
        </p:nvSpPr>
        <p:spPr>
          <a:xfrm flipH="1" flipV="1">
            <a:off x="251520" y="6271326"/>
            <a:ext cx="8712968" cy="473395"/>
          </a:xfrm>
          <a:prstGeom prst="corner">
            <a:avLst>
              <a:gd name="adj1" fmla="val 12375"/>
              <a:gd name="adj2" fmla="val 14726"/>
            </a:avLst>
          </a:prstGeom>
          <a:gradFill flip="none" rotWithShape="1">
            <a:gsLst>
              <a:gs pos="0">
                <a:srgbClr val="3F6388"/>
              </a:gs>
              <a:gs pos="23000">
                <a:srgbClr val="6798BF"/>
              </a:gs>
              <a:gs pos="100000">
                <a:srgbClr val="83C4EC"/>
              </a:gs>
            </a:gsLst>
            <a:lin ang="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490" descr="LOGO_LSPM_CMJN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6381328"/>
            <a:ext cx="597149" cy="379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17" descr="C:\Documents and Settings\kamel Baba\Bureau\logo_cnrs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6373451"/>
            <a:ext cx="379700" cy="3771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6386883"/>
            <a:ext cx="864096" cy="3741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5879712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3528" y="188640"/>
            <a:ext cx="8568952" cy="792088"/>
          </a:xfrm>
        </p:spPr>
        <p:txBody>
          <a:bodyPr/>
          <a:lstStyle/>
          <a:p>
            <a:r>
              <a:rPr lang="fr-FR" dirty="0" smtClean="0"/>
              <a:t>Modifiez le style du titre</a:t>
            </a:r>
            <a:endParaRPr lang="en-GB" dirty="0"/>
          </a:p>
        </p:txBody>
      </p:sp>
      <p:sp>
        <p:nvSpPr>
          <p:cNvPr id="8" name="Forme en L 7"/>
          <p:cNvSpPr/>
          <p:nvPr userDrawn="1"/>
        </p:nvSpPr>
        <p:spPr>
          <a:xfrm>
            <a:off x="179512" y="508001"/>
            <a:ext cx="8710736" cy="616743"/>
          </a:xfrm>
          <a:prstGeom prst="corner">
            <a:avLst>
              <a:gd name="adj1" fmla="val 12375"/>
              <a:gd name="adj2" fmla="val 14726"/>
            </a:avLst>
          </a:prstGeom>
          <a:gradFill flip="none" rotWithShape="1">
            <a:gsLst>
              <a:gs pos="0">
                <a:srgbClr val="01203F"/>
              </a:gs>
              <a:gs pos="23000">
                <a:srgbClr val="567CA3"/>
              </a:gs>
              <a:gs pos="100000">
                <a:srgbClr val="83C4EC"/>
              </a:gs>
            </a:gsLst>
            <a:lin ang="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Forme en L 3"/>
          <p:cNvSpPr/>
          <p:nvPr userDrawn="1"/>
        </p:nvSpPr>
        <p:spPr>
          <a:xfrm flipH="1" flipV="1">
            <a:off x="251520" y="6271326"/>
            <a:ext cx="8712968" cy="473395"/>
          </a:xfrm>
          <a:prstGeom prst="corner">
            <a:avLst>
              <a:gd name="adj1" fmla="val 12375"/>
              <a:gd name="adj2" fmla="val 14726"/>
            </a:avLst>
          </a:prstGeom>
          <a:gradFill flip="none" rotWithShape="1">
            <a:gsLst>
              <a:gs pos="0">
                <a:srgbClr val="3F6388"/>
              </a:gs>
              <a:gs pos="23000">
                <a:srgbClr val="6798BF"/>
              </a:gs>
              <a:gs pos="100000">
                <a:srgbClr val="83C4EC"/>
              </a:gs>
            </a:gsLst>
            <a:lin ang="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Picture 490" descr="LOGO_LSPM_CMJN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6381328"/>
            <a:ext cx="597149" cy="379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7" descr="C:\Documents and Settings\kamel Baba\Bureau\logo_cnrs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6373451"/>
            <a:ext cx="379700" cy="3771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numéro de diapositive 9"/>
          <p:cNvSpPr>
            <a:spLocks noGrp="1"/>
          </p:cNvSpPr>
          <p:nvPr>
            <p:ph type="sldNum" sz="quarter" idx="11"/>
          </p:nvPr>
        </p:nvSpPr>
        <p:spPr>
          <a:xfrm>
            <a:off x="8172400" y="6376243"/>
            <a:ext cx="720080" cy="365125"/>
          </a:xfrm>
        </p:spPr>
        <p:txBody>
          <a:bodyPr vert="horz" lIns="91440" tIns="45720" rIns="91440" bIns="45720" rtlCol="0" anchor="ctr"/>
          <a:lstStyle>
            <a:lvl1pPr algn="r" rtl="0" fontAlgn="base">
              <a:spcBef>
                <a:spcPct val="0"/>
              </a:spcBef>
              <a:spcAft>
                <a:spcPct val="0"/>
              </a:spcAft>
              <a:defRPr lang="fr-FR" sz="1200" kern="1200" smtClean="0">
                <a:solidFill>
                  <a:schemeClr val="tx2"/>
                </a:solidFill>
                <a:latin typeface="+mj-lt"/>
                <a:ea typeface="+mn-ea"/>
                <a:cs typeface="Arial" charset="0"/>
              </a:defRPr>
            </a:lvl1pPr>
          </a:lstStyle>
          <a:p>
            <a:fld id="{BCB85A95-E1CC-4DC7-938C-5BF234670505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1" name="Espace réservé du pied de page 10"/>
          <p:cNvSpPr>
            <a:spLocks noGrp="1"/>
          </p:cNvSpPr>
          <p:nvPr>
            <p:ph type="ftr" sz="quarter" idx="12"/>
          </p:nvPr>
        </p:nvSpPr>
        <p:spPr>
          <a:xfrm>
            <a:off x="2627784" y="6356350"/>
            <a:ext cx="5400600" cy="365125"/>
          </a:xfrm>
        </p:spPr>
        <p:txBody>
          <a:bodyPr vert="horz" lIns="91440" tIns="45720" rIns="91440" bIns="45720" rtlCol="0" anchor="ctr"/>
          <a:lstStyle>
            <a:lvl1pPr algn="ctr" rtl="0" fontAlgn="base">
              <a:spcBef>
                <a:spcPct val="0"/>
              </a:spcBef>
              <a:spcAft>
                <a:spcPct val="0"/>
              </a:spcAft>
              <a:defRPr lang="fr-FR" sz="1200" kern="1200" smtClean="0">
                <a:solidFill>
                  <a:schemeClr val="tx2"/>
                </a:solidFill>
                <a:latin typeface="+mj-lt"/>
                <a:ea typeface="+mn-ea"/>
                <a:cs typeface="Arial" charset="0"/>
              </a:defRPr>
            </a:lvl1pPr>
          </a:lstStyle>
          <a:p>
            <a:r>
              <a:rPr lang="fr-FR" smtClean="0"/>
              <a:t>CONFERENCE - Ville, Pays - Date</a:t>
            </a:r>
            <a:endParaRPr lang="fr-FR" dirty="0"/>
          </a:p>
        </p:txBody>
      </p:sp>
      <p:pic>
        <p:nvPicPr>
          <p:cNvPr id="12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6386883"/>
            <a:ext cx="864096" cy="3741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8628384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18349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251520" y="274638"/>
            <a:ext cx="8640960" cy="994122"/>
          </a:xfrm>
          <a:prstGeom prst="rect">
            <a:avLst/>
          </a:prstGeom>
          <a:gradFill flip="none" rotWithShape="1">
            <a:gsLst>
              <a:gs pos="0">
                <a:srgbClr val="5D8BB4"/>
              </a:gs>
              <a:gs pos="45000">
                <a:schemeClr val="accent2">
                  <a:lumMod val="20000"/>
                  <a:lumOff val="80000"/>
                </a:schemeClr>
              </a:gs>
              <a:gs pos="26000">
                <a:srgbClr val="81C4EE"/>
              </a:gs>
              <a:gs pos="100000">
                <a:schemeClr val="bg1"/>
              </a:gs>
            </a:gsLst>
            <a:lin ang="18900000" scaled="1"/>
            <a:tileRect/>
          </a:gradFill>
          <a:ln w="25400">
            <a:solidFill>
              <a:schemeClr val="bg1"/>
            </a:solidFill>
            <a:miter lim="800000"/>
            <a:headEnd/>
            <a:tailEnd/>
          </a:ln>
          <a:ex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 smtClean="0"/>
              <a:t>Modifiez le style du titre</a:t>
            </a:r>
            <a:endParaRPr lang="en-GB" dirty="0" smtClean="0"/>
          </a:p>
        </p:txBody>
      </p:sp>
      <p:sp>
        <p:nvSpPr>
          <p:cNvPr id="2051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251520" y="1484784"/>
            <a:ext cx="8640960" cy="46413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GB" smtClean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 smtClean="0"/>
              <a:t>CONFERENCE - Ville, Pays - Date</a:t>
            </a:r>
            <a:endParaRPr lang="fr-FR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B85A95-E1CC-4DC7-938C-5BF234670505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9" name="Espace réservé de la date 8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39" r:id="rId1"/>
    <p:sldLayoutId id="2147483940" r:id="rId2"/>
    <p:sldLayoutId id="2147483942" r:id="rId3"/>
    <p:sldLayoutId id="2147483944" r:id="rId4"/>
    <p:sldLayoutId id="2147483945" r:id="rId5"/>
  </p:sldLayoutIdLst>
  <p:timing>
    <p:tnLst>
      <p:par>
        <p:cTn id="1" dur="indefinite" restart="never" nodeType="tmRoot"/>
      </p:par>
    </p:tnLst>
  </p:timing>
  <p:hf hdr="0" dt="0"/>
  <p:txStyles>
    <p:titleStyle>
      <a:lvl1pPr marL="180000" algn="l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ln>
            <a:noFill/>
          </a:ln>
        </p:spPr>
        <p:txBody>
          <a:bodyPr>
            <a:norm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Titre de la présentation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323528" y="3429000"/>
            <a:ext cx="5544616" cy="2088233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10000"/>
          </a:bodyPr>
          <a:lstStyle/>
          <a:p>
            <a:r>
              <a:rPr lang="fr-FR" sz="2800" dirty="0" smtClean="0">
                <a:solidFill>
                  <a:srgbClr val="FF0000"/>
                </a:solidFill>
              </a:rPr>
              <a:t>Noms des auteurs, </a:t>
            </a:r>
          </a:p>
          <a:p>
            <a:endParaRPr lang="fr-FR" sz="2800" dirty="0" smtClean="0"/>
          </a:p>
          <a:p>
            <a:r>
              <a:rPr lang="fr-FR" sz="2800" dirty="0" smtClean="0"/>
              <a:t>LSPM UPR 3407 – CNRS</a:t>
            </a:r>
          </a:p>
          <a:p>
            <a:r>
              <a:rPr lang="fr-FR" sz="1900" dirty="0" smtClean="0"/>
              <a:t>99 avenue Jean-Baptiste Clément, F-93430 Villetaneuse</a:t>
            </a:r>
          </a:p>
          <a:p>
            <a:r>
              <a:rPr lang="fr-FR" sz="1900" dirty="0" smtClean="0">
                <a:solidFill>
                  <a:srgbClr val="FF0000"/>
                </a:solidFill>
              </a:rPr>
              <a:t>prénom.nom</a:t>
            </a:r>
            <a:r>
              <a:rPr lang="fr-FR" sz="1900" dirty="0" smtClean="0"/>
              <a:t>@lspm.cnrs.fr</a:t>
            </a:r>
            <a:endParaRPr lang="fr-FR" sz="1900" dirty="0"/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fr-FR" dirty="0" smtClean="0">
                <a:solidFill>
                  <a:srgbClr val="FF0000"/>
                </a:solidFill>
              </a:rPr>
              <a:t>Nom de la conférence, lieu, date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5" name="Espace réservé pour une image  4"/>
          <p:cNvSpPr>
            <a:spLocks noGrp="1"/>
          </p:cNvSpPr>
          <p:nvPr>
            <p:ph type="pic" sz="quarter" idx="11"/>
          </p:nvPr>
        </p:nvSpPr>
        <p:spPr/>
      </p:sp>
    </p:spTree>
    <p:extLst>
      <p:ext uri="{BB962C8B-B14F-4D97-AF65-F5344CB8AC3E}">
        <p14:creationId xmlns:p14="http://schemas.microsoft.com/office/powerpoint/2010/main" val="2333704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Contexte</a:t>
            </a:r>
            <a:endParaRPr lang="fr-FR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85A95-E1CC-4DC7-938C-5BF234670505}" type="slidenum">
              <a:rPr lang="fr-FR" smtClean="0"/>
              <a:pPr/>
              <a:t>2</a:t>
            </a:fld>
            <a:endParaRPr lang="fr-FR"/>
          </a:p>
        </p:txBody>
      </p:sp>
      <p:sp>
        <p:nvSpPr>
          <p:cNvPr id="7" name="Espace réservé du pied de page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rgbClr val="FF0000"/>
                </a:solidFill>
              </a:rPr>
              <a:t>Nom de la conférence, lieu, date</a:t>
            </a:r>
          </a:p>
        </p:txBody>
      </p:sp>
    </p:spTree>
    <p:extLst>
      <p:ext uri="{BB962C8B-B14F-4D97-AF65-F5344CB8AC3E}">
        <p14:creationId xmlns:p14="http://schemas.microsoft.com/office/powerpoint/2010/main" val="1063674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/>
          <p:cNvSpPr>
            <a:spLocks noGrp="1"/>
          </p:cNvSpPr>
          <p:nvPr>
            <p:ph type="ctrTitle"/>
          </p:nvPr>
        </p:nvSpPr>
        <p:spPr/>
        <p:txBody>
          <a:bodyPr anchor="ctr" anchorCtr="0">
            <a:normAutofit/>
          </a:bodyPr>
          <a:lstStyle/>
          <a:p>
            <a:pPr algn="ctr"/>
            <a:r>
              <a:rPr lang="fr-FR" sz="4000" dirty="0" smtClean="0"/>
              <a:t>Merci de votre attention</a:t>
            </a:r>
            <a:endParaRPr lang="fr-FR" sz="4000" dirty="0"/>
          </a:p>
        </p:txBody>
      </p:sp>
      <p:sp>
        <p:nvSpPr>
          <p:cNvPr id="7" name="Sous-titre 6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47500" lnSpcReduction="20000"/>
          </a:bodyPr>
          <a:lstStyle/>
          <a:p>
            <a:pPr algn="l"/>
            <a:r>
              <a:rPr lang="fr-FR" dirty="0" smtClean="0"/>
              <a:t>LSPM - CNRS</a:t>
            </a:r>
            <a:endParaRPr lang="fr-FR" dirty="0"/>
          </a:p>
          <a:p>
            <a:pPr algn="l"/>
            <a:r>
              <a:rPr lang="fr-FR" dirty="0"/>
              <a:t>Université </a:t>
            </a:r>
            <a:r>
              <a:rPr lang="fr-FR" dirty="0" smtClean="0"/>
              <a:t>Sorbonne Paris Nord</a:t>
            </a:r>
            <a:endParaRPr lang="fr-FR" dirty="0"/>
          </a:p>
          <a:p>
            <a:pPr algn="l"/>
            <a:r>
              <a:rPr lang="fr-FR" dirty="0"/>
              <a:t>99 Av J. B Clément </a:t>
            </a:r>
          </a:p>
          <a:p>
            <a:pPr algn="l"/>
            <a:r>
              <a:rPr lang="fr-FR" dirty="0"/>
              <a:t>93430 </a:t>
            </a:r>
            <a:r>
              <a:rPr lang="fr-FR" dirty="0" smtClean="0"/>
              <a:t>Villetaneuse</a:t>
            </a:r>
          </a:p>
          <a:p>
            <a:pPr algn="l"/>
            <a:r>
              <a:rPr lang="fr-FR" dirty="0" smtClean="0"/>
              <a:t>France</a:t>
            </a:r>
            <a:endParaRPr lang="fr-FR" dirty="0"/>
          </a:p>
          <a:p>
            <a:pPr algn="l"/>
            <a:endParaRPr lang="fr-FR" dirty="0"/>
          </a:p>
          <a:p>
            <a:pPr algn="l"/>
            <a:r>
              <a:rPr lang="fr-FR" b="1" dirty="0">
                <a:solidFill>
                  <a:schemeClr val="tx2"/>
                </a:solidFill>
              </a:rPr>
              <a:t>www.lspm.cnrs.fr</a:t>
            </a:r>
          </a:p>
          <a:p>
            <a:pPr algn="l"/>
            <a:endParaRPr lang="fr-FR" dirty="0"/>
          </a:p>
          <a:p>
            <a:pPr algn="l">
              <a:tabLst>
                <a:tab pos="449263" algn="l"/>
              </a:tabLst>
            </a:pPr>
            <a:r>
              <a:rPr lang="fr-FR" dirty="0" smtClean="0"/>
              <a:t>Tel: 	+33 1 49 40 </a:t>
            </a:r>
            <a:r>
              <a:rPr lang="fr-FR" dirty="0" smtClean="0">
                <a:solidFill>
                  <a:srgbClr val="FF0000"/>
                </a:solidFill>
              </a:rPr>
              <a:t>xx </a:t>
            </a:r>
            <a:r>
              <a:rPr lang="fr-FR" dirty="0" err="1" smtClean="0">
                <a:solidFill>
                  <a:srgbClr val="FF0000"/>
                </a:solidFill>
              </a:rPr>
              <a:t>xx</a:t>
            </a:r>
            <a:endParaRPr lang="fr-FR" dirty="0" smtClean="0">
              <a:solidFill>
                <a:srgbClr val="FF0000"/>
              </a:solidFill>
            </a:endParaRPr>
          </a:p>
          <a:p>
            <a:pPr algn="l">
              <a:tabLst>
                <a:tab pos="449263" algn="l"/>
              </a:tabLst>
            </a:pPr>
            <a:r>
              <a:rPr lang="fr-FR" dirty="0" smtClean="0"/>
              <a:t>Fax</a:t>
            </a:r>
            <a:r>
              <a:rPr lang="fr-FR" dirty="0"/>
              <a:t>: </a:t>
            </a:r>
            <a:r>
              <a:rPr lang="fr-FR" dirty="0" smtClean="0"/>
              <a:t>	+</a:t>
            </a:r>
            <a:r>
              <a:rPr lang="fr-FR" dirty="0"/>
              <a:t>33 1 49 40 34 </a:t>
            </a:r>
            <a:r>
              <a:rPr lang="fr-FR" dirty="0" smtClean="0"/>
              <a:t>14</a:t>
            </a:r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9" name="Picture 1"/>
          <p:cNvPicPr>
            <a:picLocks noChangeAspect="1" noChangeArrowheads="1"/>
          </p:cNvPicPr>
          <p:nvPr/>
        </p:nvPicPr>
        <p:blipFill>
          <a:blip r:embed="rId2" cstate="print"/>
          <a:srcRect l="33478" t="20297" r="23354" b="62968"/>
          <a:stretch>
            <a:fillRect/>
          </a:stretch>
        </p:blipFill>
        <p:spPr bwMode="auto">
          <a:xfrm>
            <a:off x="3131840" y="3645024"/>
            <a:ext cx="5616004" cy="12249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537229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onception personnalisée">
  <a:themeElements>
    <a:clrScheme name="Bleu 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Personnalisé 3">
      <a:majorFont>
        <a:latin typeface="Bookman Old Style"/>
        <a:ea typeface=""/>
        <a:cs typeface=""/>
      </a:majorFont>
      <a:minorFont>
        <a:latin typeface="Garamo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117413</TotalTime>
  <Words>62</Words>
  <Application>Microsoft Office PowerPoint</Application>
  <PresentationFormat>Affichage à l'écran (4:3)</PresentationFormat>
  <Paragraphs>21</Paragraphs>
  <Slides>3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4" baseType="lpstr">
      <vt:lpstr>Conception personnalisée</vt:lpstr>
      <vt:lpstr>Titre de la présentation</vt:lpstr>
      <vt:lpstr>Contexte</vt:lpstr>
      <vt:lpstr>Merci de votre attention</vt:lpstr>
    </vt:vector>
  </TitlesOfParts>
  <Company>SUT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Cellule COM</dc:creator>
  <cp:lastModifiedBy>Dominique Vrel</cp:lastModifiedBy>
  <cp:revision>313</cp:revision>
  <cp:lastPrinted>2013-05-06T12:00:57Z</cp:lastPrinted>
  <dcterms:created xsi:type="dcterms:W3CDTF">2011-05-04T11:21:16Z</dcterms:created>
  <dcterms:modified xsi:type="dcterms:W3CDTF">2020-11-19T15:36:33Z</dcterms:modified>
</cp:coreProperties>
</file>